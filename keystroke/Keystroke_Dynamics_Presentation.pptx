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3"/>
    <p:sldId id="274" r:id="rId4"/>
    <p:sldId id="259" r:id="rId5"/>
    <p:sldId id="260" r:id="rId6"/>
    <p:sldId id="273" r:id="rId7"/>
    <p:sldId id="263" r:id="rId8"/>
    <p:sldId id="283" r:id="rId9"/>
    <p:sldId id="265" r:id="rId10"/>
    <p:sldId id="284" r:id="rId11"/>
    <p:sldId id="266" r:id="rId12"/>
    <p:sldId id="276" r:id="rId13"/>
    <p:sldId id="277" r:id="rId14"/>
    <p:sldId id="275" r:id="rId15"/>
    <p:sldId id="279" r:id="rId16"/>
    <p:sldId id="278" r:id="rId17"/>
    <p:sldId id="280" r:id="rId18"/>
    <p:sldId id="282" r:id="rId19"/>
    <p:sldId id="281" r:id="rId20"/>
    <p:sldId id="271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708" y="-30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8.svg"/><Relationship Id="rId5" Type="http://schemas.openxmlformats.org/officeDocument/2006/relationships/image" Target="../media/image1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1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8.svg"/><Relationship Id="rId5" Type="http://schemas.openxmlformats.org/officeDocument/2006/relationships/image" Target="../media/image1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1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1D3536-3E49-44F3-8982-3178153D5F9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75E4B1-A927-4838-984D-67948F27AFA0}">
      <dgm:prSet/>
      <dgm:spPr/>
      <dgm:t>
        <a:bodyPr/>
        <a:lstStyle/>
        <a:p>
          <a:r>
            <a:rPr lang="en-US" b="0" i="0" baseline="0" dirty="0"/>
            <a:t>Introduction</a:t>
          </a:r>
          <a:endParaRPr lang="en-US" dirty="0"/>
        </a:p>
      </dgm:t>
    </dgm:pt>
    <dgm:pt modelId="{A0536FEC-B6CA-40C3-838F-672671B9C5B4}" type="parTrans" cxnId="{1A057170-4E8B-45AB-9409-54A1C6041744}">
      <dgm:prSet/>
      <dgm:spPr/>
      <dgm:t>
        <a:bodyPr/>
        <a:lstStyle/>
        <a:p>
          <a:endParaRPr lang="en-US"/>
        </a:p>
      </dgm:t>
    </dgm:pt>
    <dgm:pt modelId="{839C7863-946E-4723-901A-2E3F14F44F44}" type="sibTrans" cxnId="{1A057170-4E8B-45AB-9409-54A1C6041744}">
      <dgm:prSet/>
      <dgm:spPr/>
      <dgm:t>
        <a:bodyPr/>
        <a:lstStyle/>
        <a:p>
          <a:endParaRPr lang="en-US"/>
        </a:p>
      </dgm:t>
    </dgm:pt>
    <dgm:pt modelId="{32CA41D6-DD66-4268-8C1C-A1A3D51ECF8A}">
      <dgm:prSet/>
      <dgm:spPr/>
      <dgm:t>
        <a:bodyPr/>
        <a:lstStyle/>
        <a:p>
          <a:r>
            <a:rPr lang="en-US" b="0" i="0" baseline="0"/>
            <a:t>Problem Statement / Objectives</a:t>
          </a:r>
          <a:endParaRPr lang="en-US"/>
        </a:p>
      </dgm:t>
    </dgm:pt>
    <dgm:pt modelId="{7FB18B07-3879-4889-BE50-9C2DE11AD82A}" type="parTrans" cxnId="{8AC74D56-8443-4FCE-A6E1-76A15ABFD079}">
      <dgm:prSet/>
      <dgm:spPr/>
      <dgm:t>
        <a:bodyPr/>
        <a:lstStyle/>
        <a:p>
          <a:endParaRPr lang="en-US"/>
        </a:p>
      </dgm:t>
    </dgm:pt>
    <dgm:pt modelId="{BF55B771-5FFA-4A11-954D-D39D6BCD5829}" type="sibTrans" cxnId="{8AC74D56-8443-4FCE-A6E1-76A15ABFD079}">
      <dgm:prSet/>
      <dgm:spPr/>
      <dgm:t>
        <a:bodyPr/>
        <a:lstStyle/>
        <a:p>
          <a:endParaRPr lang="en-US"/>
        </a:p>
      </dgm:t>
    </dgm:pt>
    <dgm:pt modelId="{35E294B3-4D88-4019-9ADB-A0D85A000CD0}">
      <dgm:prSet/>
      <dgm:spPr/>
      <dgm:t>
        <a:bodyPr/>
        <a:lstStyle/>
        <a:p>
          <a:r>
            <a:rPr lang="en-US" b="0" i="0" baseline="0" dirty="0"/>
            <a:t>Project Planning </a:t>
          </a:r>
          <a:endParaRPr lang="en-US" dirty="0"/>
        </a:p>
      </dgm:t>
    </dgm:pt>
    <dgm:pt modelId="{D52DB81D-9592-4A67-A77E-1A1732FB0A60}" type="parTrans" cxnId="{1D851C88-0604-4D17-84A1-C1BFA9249A84}">
      <dgm:prSet/>
      <dgm:spPr/>
      <dgm:t>
        <a:bodyPr/>
        <a:lstStyle/>
        <a:p>
          <a:endParaRPr lang="en-US"/>
        </a:p>
      </dgm:t>
    </dgm:pt>
    <dgm:pt modelId="{B303E367-BF34-47F1-BA6F-6024842C2240}" type="sibTrans" cxnId="{1D851C88-0604-4D17-84A1-C1BFA9249A84}">
      <dgm:prSet/>
      <dgm:spPr/>
      <dgm:t>
        <a:bodyPr/>
        <a:lstStyle/>
        <a:p>
          <a:endParaRPr lang="en-US"/>
        </a:p>
      </dgm:t>
    </dgm:pt>
    <dgm:pt modelId="{B1D4A773-48EC-44BD-8D57-9E8AA1EA4E8C}">
      <dgm:prSet/>
      <dgm:spPr/>
      <dgm:t>
        <a:bodyPr/>
        <a:lstStyle/>
        <a:p>
          <a:r>
            <a:rPr lang="en-US" b="0" i="0" baseline="0"/>
            <a:t>Background and Related Work</a:t>
          </a:r>
          <a:endParaRPr lang="en-US"/>
        </a:p>
      </dgm:t>
    </dgm:pt>
    <dgm:pt modelId="{E17F99FE-80D2-432C-81FD-69BB465DE58F}" type="parTrans" cxnId="{3B3746F6-F0FD-40F8-B356-E19E3497CA90}">
      <dgm:prSet/>
      <dgm:spPr/>
      <dgm:t>
        <a:bodyPr/>
        <a:lstStyle/>
        <a:p>
          <a:endParaRPr lang="en-US"/>
        </a:p>
      </dgm:t>
    </dgm:pt>
    <dgm:pt modelId="{B24DE74C-5390-4855-B03E-E17C0969F21E}" type="sibTrans" cxnId="{3B3746F6-F0FD-40F8-B356-E19E3497CA90}">
      <dgm:prSet/>
      <dgm:spPr/>
      <dgm:t>
        <a:bodyPr/>
        <a:lstStyle/>
        <a:p>
          <a:endParaRPr lang="en-US"/>
        </a:p>
      </dgm:t>
    </dgm:pt>
    <dgm:pt modelId="{6BC26261-9E7B-479F-AA9C-8BF499C8686D}">
      <dgm:prSet/>
      <dgm:spPr/>
      <dgm:t>
        <a:bodyPr/>
        <a:lstStyle/>
        <a:p>
          <a:r>
            <a:rPr lang="en-US" b="0" i="0" baseline="0"/>
            <a:t>Methodology</a:t>
          </a:r>
          <a:endParaRPr lang="en-US"/>
        </a:p>
      </dgm:t>
    </dgm:pt>
    <dgm:pt modelId="{575A93D6-4437-4295-9024-500E82CBDA8E}" type="parTrans" cxnId="{B33148AA-3C1E-41C0-A5DF-23FA484254D9}">
      <dgm:prSet/>
      <dgm:spPr/>
      <dgm:t>
        <a:bodyPr/>
        <a:lstStyle/>
        <a:p>
          <a:endParaRPr lang="en-US"/>
        </a:p>
      </dgm:t>
    </dgm:pt>
    <dgm:pt modelId="{F6F90DDE-E065-4234-A9AE-C51EC50C757C}" type="sibTrans" cxnId="{B33148AA-3C1E-41C0-A5DF-23FA484254D9}">
      <dgm:prSet/>
      <dgm:spPr/>
      <dgm:t>
        <a:bodyPr/>
        <a:lstStyle/>
        <a:p>
          <a:endParaRPr lang="en-US"/>
        </a:p>
      </dgm:t>
    </dgm:pt>
    <dgm:pt modelId="{4A0691FF-C857-4381-8425-C08BDADE0CF5}">
      <dgm:prSet/>
      <dgm:spPr/>
      <dgm:t>
        <a:bodyPr/>
        <a:lstStyle/>
        <a:p>
          <a:r>
            <a:rPr lang="en-US" b="0" i="0" baseline="0"/>
            <a:t>Implementation and Results</a:t>
          </a:r>
          <a:endParaRPr lang="en-US"/>
        </a:p>
      </dgm:t>
    </dgm:pt>
    <dgm:pt modelId="{BDB4B46A-6DC7-475D-8600-776324307457}" type="parTrans" cxnId="{408E9547-6D3C-4BB0-B583-5AD84F17AD4E}">
      <dgm:prSet/>
      <dgm:spPr/>
      <dgm:t>
        <a:bodyPr/>
        <a:lstStyle/>
        <a:p>
          <a:endParaRPr lang="en-US"/>
        </a:p>
      </dgm:t>
    </dgm:pt>
    <dgm:pt modelId="{A8150A76-A97A-4A92-9ADA-9207082D2856}" type="sibTrans" cxnId="{408E9547-6D3C-4BB0-B583-5AD84F17AD4E}">
      <dgm:prSet/>
      <dgm:spPr/>
      <dgm:t>
        <a:bodyPr/>
        <a:lstStyle/>
        <a:p>
          <a:endParaRPr lang="en-US"/>
        </a:p>
      </dgm:t>
    </dgm:pt>
    <dgm:pt modelId="{089DA94C-5FA9-46CF-8C8E-AA2484029DF1}">
      <dgm:prSet/>
      <dgm:spPr/>
      <dgm:t>
        <a:bodyPr/>
        <a:lstStyle/>
        <a:p>
          <a:r>
            <a:rPr lang="en-US" b="0" i="0" baseline="0"/>
            <a:t>Testing and Deployment</a:t>
          </a:r>
          <a:endParaRPr lang="en-US"/>
        </a:p>
      </dgm:t>
    </dgm:pt>
    <dgm:pt modelId="{C9F8D629-4FEF-42A4-B5AD-1B82500AD5F7}" type="parTrans" cxnId="{D70ADB7E-8B32-4959-8463-A74E0CE8BA2B}">
      <dgm:prSet/>
      <dgm:spPr/>
      <dgm:t>
        <a:bodyPr/>
        <a:lstStyle/>
        <a:p>
          <a:endParaRPr lang="en-US"/>
        </a:p>
      </dgm:t>
    </dgm:pt>
    <dgm:pt modelId="{71A1A518-3FF4-4C04-AF4A-22964C30C9D6}" type="sibTrans" cxnId="{D70ADB7E-8B32-4959-8463-A74E0CE8BA2B}">
      <dgm:prSet/>
      <dgm:spPr/>
      <dgm:t>
        <a:bodyPr/>
        <a:lstStyle/>
        <a:p>
          <a:endParaRPr lang="en-US"/>
        </a:p>
      </dgm:t>
    </dgm:pt>
    <dgm:pt modelId="{8157D191-1AFB-48CF-BF66-42351170FC2C}">
      <dgm:prSet/>
      <dgm:spPr/>
      <dgm:t>
        <a:bodyPr/>
        <a:lstStyle/>
        <a:p>
          <a:r>
            <a:rPr lang="en-US" b="0" i="0" baseline="0" dirty="0"/>
            <a:t>Conclusion and Future Work</a:t>
          </a:r>
          <a:endParaRPr lang="en-US" dirty="0"/>
        </a:p>
      </dgm:t>
    </dgm:pt>
    <dgm:pt modelId="{DB9C0D94-F92E-407C-9D7C-9EA493CE2409}" type="parTrans" cxnId="{64A63740-F460-4A07-9586-7E21225242B7}">
      <dgm:prSet/>
      <dgm:spPr/>
      <dgm:t>
        <a:bodyPr/>
        <a:lstStyle/>
        <a:p>
          <a:endParaRPr lang="en-US"/>
        </a:p>
      </dgm:t>
    </dgm:pt>
    <dgm:pt modelId="{307D2F0A-1468-4DA2-AF64-B3C8DDC844D6}" type="sibTrans" cxnId="{64A63740-F460-4A07-9586-7E21225242B7}">
      <dgm:prSet/>
      <dgm:spPr/>
      <dgm:t>
        <a:bodyPr/>
        <a:lstStyle/>
        <a:p>
          <a:endParaRPr lang="en-US"/>
        </a:p>
      </dgm:t>
    </dgm:pt>
    <dgm:pt modelId="{1D7A4C53-4690-4653-BAB5-4778B26E1FE4}">
      <dgm:prSet/>
      <dgm:spPr/>
      <dgm:t>
        <a:bodyPr/>
        <a:lstStyle/>
        <a:p>
          <a:r>
            <a:rPr lang="en-US" b="0" i="0" baseline="0"/>
            <a:t>Live Demonstration</a:t>
          </a:r>
          <a:endParaRPr lang="en-US"/>
        </a:p>
      </dgm:t>
    </dgm:pt>
    <dgm:pt modelId="{DB8B2646-C32B-45B4-BF8B-E5BBF279A8F0}" type="parTrans" cxnId="{830F2126-773C-4F68-98B9-84672901BBF3}">
      <dgm:prSet/>
      <dgm:spPr/>
      <dgm:t>
        <a:bodyPr/>
        <a:lstStyle/>
        <a:p>
          <a:endParaRPr lang="en-US"/>
        </a:p>
      </dgm:t>
    </dgm:pt>
    <dgm:pt modelId="{A61F251F-EF3B-4043-8699-886580282291}" type="sibTrans" cxnId="{830F2126-773C-4F68-98B9-84672901BBF3}">
      <dgm:prSet/>
      <dgm:spPr/>
      <dgm:t>
        <a:bodyPr/>
        <a:lstStyle/>
        <a:p>
          <a:endParaRPr lang="en-US"/>
        </a:p>
      </dgm:t>
    </dgm:pt>
    <dgm:pt modelId="{4D650BA7-B4D4-41EE-8282-E92A55EA6217}" type="pres">
      <dgm:prSet presAssocID="{EC1D3536-3E49-44F3-8982-3178153D5F9D}" presName="vert0" presStyleCnt="0">
        <dgm:presLayoutVars>
          <dgm:dir/>
          <dgm:animOne val="branch"/>
          <dgm:animLvl val="lvl"/>
        </dgm:presLayoutVars>
      </dgm:prSet>
      <dgm:spPr/>
    </dgm:pt>
    <dgm:pt modelId="{09E17443-7C77-4931-B370-C021B8193192}" type="pres">
      <dgm:prSet presAssocID="{BA75E4B1-A927-4838-984D-67948F27AFA0}" presName="thickLine" presStyleLbl="alignNode1" presStyleIdx="0" presStyleCnt="9"/>
      <dgm:spPr/>
    </dgm:pt>
    <dgm:pt modelId="{695A6AD5-7AE7-445D-A96B-908DF0445C81}" type="pres">
      <dgm:prSet presAssocID="{BA75E4B1-A927-4838-984D-67948F27AFA0}" presName="horz1" presStyleCnt="0"/>
      <dgm:spPr/>
    </dgm:pt>
    <dgm:pt modelId="{9FDC3CD9-6A4C-4B5B-B4FB-0E859A3EF4D0}" type="pres">
      <dgm:prSet presAssocID="{BA75E4B1-A927-4838-984D-67948F27AFA0}" presName="tx1" presStyleLbl="revTx" presStyleIdx="0" presStyleCnt="9"/>
      <dgm:spPr/>
    </dgm:pt>
    <dgm:pt modelId="{BB843BA5-BE15-49E2-9DA5-6E7DFE0DFE58}" type="pres">
      <dgm:prSet presAssocID="{BA75E4B1-A927-4838-984D-67948F27AFA0}" presName="vert1" presStyleCnt="0"/>
      <dgm:spPr/>
    </dgm:pt>
    <dgm:pt modelId="{ED1AF965-2D20-424D-A151-A000E3038F9D}" type="pres">
      <dgm:prSet presAssocID="{32CA41D6-DD66-4268-8C1C-A1A3D51ECF8A}" presName="thickLine" presStyleLbl="alignNode1" presStyleIdx="1" presStyleCnt="9"/>
      <dgm:spPr/>
    </dgm:pt>
    <dgm:pt modelId="{48B61FC1-735D-407D-B0CE-04619F1396F9}" type="pres">
      <dgm:prSet presAssocID="{32CA41D6-DD66-4268-8C1C-A1A3D51ECF8A}" presName="horz1" presStyleCnt="0"/>
      <dgm:spPr/>
    </dgm:pt>
    <dgm:pt modelId="{4E9CA228-58FE-4581-9FB7-1C842B5ED59A}" type="pres">
      <dgm:prSet presAssocID="{32CA41D6-DD66-4268-8C1C-A1A3D51ECF8A}" presName="tx1" presStyleLbl="revTx" presStyleIdx="1" presStyleCnt="9"/>
      <dgm:spPr/>
    </dgm:pt>
    <dgm:pt modelId="{08CA9B03-7C3D-43D3-9E5F-8F2102EC230D}" type="pres">
      <dgm:prSet presAssocID="{32CA41D6-DD66-4268-8C1C-A1A3D51ECF8A}" presName="vert1" presStyleCnt="0"/>
      <dgm:spPr/>
    </dgm:pt>
    <dgm:pt modelId="{F414D6FC-6351-4F9B-87BB-7AC648435B6B}" type="pres">
      <dgm:prSet presAssocID="{35E294B3-4D88-4019-9ADB-A0D85A000CD0}" presName="thickLine" presStyleLbl="alignNode1" presStyleIdx="2" presStyleCnt="9"/>
      <dgm:spPr/>
    </dgm:pt>
    <dgm:pt modelId="{756B1775-7E75-4D0A-AAA0-FBFF251F82C5}" type="pres">
      <dgm:prSet presAssocID="{35E294B3-4D88-4019-9ADB-A0D85A000CD0}" presName="horz1" presStyleCnt="0"/>
      <dgm:spPr/>
    </dgm:pt>
    <dgm:pt modelId="{11128AD8-0B53-4C88-AE77-D5159397286F}" type="pres">
      <dgm:prSet presAssocID="{35E294B3-4D88-4019-9ADB-A0D85A000CD0}" presName="tx1" presStyleLbl="revTx" presStyleIdx="2" presStyleCnt="9"/>
      <dgm:spPr/>
    </dgm:pt>
    <dgm:pt modelId="{5F913DF1-4C64-4902-948B-FAE4305B3215}" type="pres">
      <dgm:prSet presAssocID="{35E294B3-4D88-4019-9ADB-A0D85A000CD0}" presName="vert1" presStyleCnt="0"/>
      <dgm:spPr/>
    </dgm:pt>
    <dgm:pt modelId="{1CCE23ED-4C65-4702-B2C3-F2CB1F1618F5}" type="pres">
      <dgm:prSet presAssocID="{B1D4A773-48EC-44BD-8D57-9E8AA1EA4E8C}" presName="thickLine" presStyleLbl="alignNode1" presStyleIdx="3" presStyleCnt="9"/>
      <dgm:spPr/>
    </dgm:pt>
    <dgm:pt modelId="{316C6621-03E9-46AB-A8F8-3FC32ACD66CC}" type="pres">
      <dgm:prSet presAssocID="{B1D4A773-48EC-44BD-8D57-9E8AA1EA4E8C}" presName="horz1" presStyleCnt="0"/>
      <dgm:spPr/>
    </dgm:pt>
    <dgm:pt modelId="{FF56D4BD-ADCD-4B8D-8AF3-C7D4111ECABB}" type="pres">
      <dgm:prSet presAssocID="{B1D4A773-48EC-44BD-8D57-9E8AA1EA4E8C}" presName="tx1" presStyleLbl="revTx" presStyleIdx="3" presStyleCnt="9"/>
      <dgm:spPr/>
    </dgm:pt>
    <dgm:pt modelId="{82E0912A-575A-4B63-86A0-A00D9EAB62B0}" type="pres">
      <dgm:prSet presAssocID="{B1D4A773-48EC-44BD-8D57-9E8AA1EA4E8C}" presName="vert1" presStyleCnt="0"/>
      <dgm:spPr/>
    </dgm:pt>
    <dgm:pt modelId="{40AEC740-CBCD-4321-B86A-7497BC2BDCF5}" type="pres">
      <dgm:prSet presAssocID="{6BC26261-9E7B-479F-AA9C-8BF499C8686D}" presName="thickLine" presStyleLbl="alignNode1" presStyleIdx="4" presStyleCnt="9"/>
      <dgm:spPr/>
    </dgm:pt>
    <dgm:pt modelId="{02880B16-BBB9-4F60-AE79-A55D8FC2A9FD}" type="pres">
      <dgm:prSet presAssocID="{6BC26261-9E7B-479F-AA9C-8BF499C8686D}" presName="horz1" presStyleCnt="0"/>
      <dgm:spPr/>
    </dgm:pt>
    <dgm:pt modelId="{D4E26C04-FE75-451C-9D6D-32115256BF55}" type="pres">
      <dgm:prSet presAssocID="{6BC26261-9E7B-479F-AA9C-8BF499C8686D}" presName="tx1" presStyleLbl="revTx" presStyleIdx="4" presStyleCnt="9"/>
      <dgm:spPr/>
    </dgm:pt>
    <dgm:pt modelId="{EA02416D-0ADC-40A0-AF14-8C07B4431098}" type="pres">
      <dgm:prSet presAssocID="{6BC26261-9E7B-479F-AA9C-8BF499C8686D}" presName="vert1" presStyleCnt="0"/>
      <dgm:spPr/>
    </dgm:pt>
    <dgm:pt modelId="{C7627D3B-81EB-427E-BBCC-7C2D8A248701}" type="pres">
      <dgm:prSet presAssocID="{4A0691FF-C857-4381-8425-C08BDADE0CF5}" presName="thickLine" presStyleLbl="alignNode1" presStyleIdx="5" presStyleCnt="9"/>
      <dgm:spPr/>
    </dgm:pt>
    <dgm:pt modelId="{46692C10-7164-4EFB-B027-A1EE65224507}" type="pres">
      <dgm:prSet presAssocID="{4A0691FF-C857-4381-8425-C08BDADE0CF5}" presName="horz1" presStyleCnt="0"/>
      <dgm:spPr/>
    </dgm:pt>
    <dgm:pt modelId="{29AF948C-0B67-4BC1-8508-29D9307239E5}" type="pres">
      <dgm:prSet presAssocID="{4A0691FF-C857-4381-8425-C08BDADE0CF5}" presName="tx1" presStyleLbl="revTx" presStyleIdx="5" presStyleCnt="9"/>
      <dgm:spPr/>
    </dgm:pt>
    <dgm:pt modelId="{6750618E-501B-411D-ACDB-1A08E5CAF219}" type="pres">
      <dgm:prSet presAssocID="{4A0691FF-C857-4381-8425-C08BDADE0CF5}" presName="vert1" presStyleCnt="0"/>
      <dgm:spPr/>
    </dgm:pt>
    <dgm:pt modelId="{C78BF208-73D7-4572-A5A6-D9806F3AD242}" type="pres">
      <dgm:prSet presAssocID="{089DA94C-5FA9-46CF-8C8E-AA2484029DF1}" presName="thickLine" presStyleLbl="alignNode1" presStyleIdx="6" presStyleCnt="9"/>
      <dgm:spPr/>
    </dgm:pt>
    <dgm:pt modelId="{7FC61DB2-6CFD-42C0-B432-F9D344E486F7}" type="pres">
      <dgm:prSet presAssocID="{089DA94C-5FA9-46CF-8C8E-AA2484029DF1}" presName="horz1" presStyleCnt="0"/>
      <dgm:spPr/>
    </dgm:pt>
    <dgm:pt modelId="{ED729589-C233-4773-B074-08C640C34F35}" type="pres">
      <dgm:prSet presAssocID="{089DA94C-5FA9-46CF-8C8E-AA2484029DF1}" presName="tx1" presStyleLbl="revTx" presStyleIdx="6" presStyleCnt="9"/>
      <dgm:spPr/>
    </dgm:pt>
    <dgm:pt modelId="{BD079F18-4435-486B-B31A-F2DC20B83C31}" type="pres">
      <dgm:prSet presAssocID="{089DA94C-5FA9-46CF-8C8E-AA2484029DF1}" presName="vert1" presStyleCnt="0"/>
      <dgm:spPr/>
    </dgm:pt>
    <dgm:pt modelId="{C45B0B28-5929-4CED-B4C8-1E2E7EBFB0BD}" type="pres">
      <dgm:prSet presAssocID="{8157D191-1AFB-48CF-BF66-42351170FC2C}" presName="thickLine" presStyleLbl="alignNode1" presStyleIdx="7" presStyleCnt="9"/>
      <dgm:spPr/>
    </dgm:pt>
    <dgm:pt modelId="{04FC6B0B-F685-44C4-A62A-66FE04C211FE}" type="pres">
      <dgm:prSet presAssocID="{8157D191-1AFB-48CF-BF66-42351170FC2C}" presName="horz1" presStyleCnt="0"/>
      <dgm:spPr/>
    </dgm:pt>
    <dgm:pt modelId="{9AFD3494-496F-43F5-BA3F-462B91928D51}" type="pres">
      <dgm:prSet presAssocID="{8157D191-1AFB-48CF-BF66-42351170FC2C}" presName="tx1" presStyleLbl="revTx" presStyleIdx="7" presStyleCnt="9"/>
      <dgm:spPr/>
    </dgm:pt>
    <dgm:pt modelId="{CA425D25-F628-4425-AEF8-827F2E467885}" type="pres">
      <dgm:prSet presAssocID="{8157D191-1AFB-48CF-BF66-42351170FC2C}" presName="vert1" presStyleCnt="0"/>
      <dgm:spPr/>
    </dgm:pt>
    <dgm:pt modelId="{4907E7EE-A96D-4C51-A608-A18920CCE6E4}" type="pres">
      <dgm:prSet presAssocID="{1D7A4C53-4690-4653-BAB5-4778B26E1FE4}" presName="thickLine" presStyleLbl="alignNode1" presStyleIdx="8" presStyleCnt="9"/>
      <dgm:spPr/>
    </dgm:pt>
    <dgm:pt modelId="{69467A62-8480-4CCD-ABD4-0354DFC9B4F5}" type="pres">
      <dgm:prSet presAssocID="{1D7A4C53-4690-4653-BAB5-4778B26E1FE4}" presName="horz1" presStyleCnt="0"/>
      <dgm:spPr/>
    </dgm:pt>
    <dgm:pt modelId="{3F45AD8E-1FA1-4680-A4E7-CE7B39F68F14}" type="pres">
      <dgm:prSet presAssocID="{1D7A4C53-4690-4653-BAB5-4778B26E1FE4}" presName="tx1" presStyleLbl="revTx" presStyleIdx="8" presStyleCnt="9"/>
      <dgm:spPr/>
    </dgm:pt>
    <dgm:pt modelId="{4291BF7B-90D6-45C8-A5C5-2A3D13BE1A73}" type="pres">
      <dgm:prSet presAssocID="{1D7A4C53-4690-4653-BAB5-4778B26E1FE4}" presName="vert1" presStyleCnt="0"/>
      <dgm:spPr/>
    </dgm:pt>
  </dgm:ptLst>
  <dgm:cxnLst>
    <dgm:cxn modelId="{BB1AAE1D-9486-4BD2-9F93-08F4D883EC33}" type="presOf" srcId="{1D7A4C53-4690-4653-BAB5-4778B26E1FE4}" destId="{3F45AD8E-1FA1-4680-A4E7-CE7B39F68F14}" srcOrd="0" destOrd="0" presId="urn:microsoft.com/office/officeart/2008/layout/LinedList"/>
    <dgm:cxn modelId="{830F2126-773C-4F68-98B9-84672901BBF3}" srcId="{EC1D3536-3E49-44F3-8982-3178153D5F9D}" destId="{1D7A4C53-4690-4653-BAB5-4778B26E1FE4}" srcOrd="8" destOrd="0" parTransId="{DB8B2646-C32B-45B4-BF8B-E5BBF279A8F0}" sibTransId="{A61F251F-EF3B-4043-8699-886580282291}"/>
    <dgm:cxn modelId="{64A63740-F460-4A07-9586-7E21225242B7}" srcId="{EC1D3536-3E49-44F3-8982-3178153D5F9D}" destId="{8157D191-1AFB-48CF-BF66-42351170FC2C}" srcOrd="7" destOrd="0" parTransId="{DB9C0D94-F92E-407C-9D7C-9EA493CE2409}" sibTransId="{307D2F0A-1468-4DA2-AF64-B3C8DDC844D6}"/>
    <dgm:cxn modelId="{408E9547-6D3C-4BB0-B583-5AD84F17AD4E}" srcId="{EC1D3536-3E49-44F3-8982-3178153D5F9D}" destId="{4A0691FF-C857-4381-8425-C08BDADE0CF5}" srcOrd="5" destOrd="0" parTransId="{BDB4B46A-6DC7-475D-8600-776324307457}" sibTransId="{A8150A76-A97A-4A92-9ADA-9207082D2856}"/>
    <dgm:cxn modelId="{9A783F70-BCBD-4677-AD77-12EF11D7AEDF}" type="presOf" srcId="{4A0691FF-C857-4381-8425-C08BDADE0CF5}" destId="{29AF948C-0B67-4BC1-8508-29D9307239E5}" srcOrd="0" destOrd="0" presId="urn:microsoft.com/office/officeart/2008/layout/LinedList"/>
    <dgm:cxn modelId="{1A057170-4E8B-45AB-9409-54A1C6041744}" srcId="{EC1D3536-3E49-44F3-8982-3178153D5F9D}" destId="{BA75E4B1-A927-4838-984D-67948F27AFA0}" srcOrd="0" destOrd="0" parTransId="{A0536FEC-B6CA-40C3-838F-672671B9C5B4}" sibTransId="{839C7863-946E-4723-901A-2E3F14F44F44}"/>
    <dgm:cxn modelId="{E6D51773-598F-4815-B2AB-B6534A718407}" type="presOf" srcId="{32CA41D6-DD66-4268-8C1C-A1A3D51ECF8A}" destId="{4E9CA228-58FE-4581-9FB7-1C842B5ED59A}" srcOrd="0" destOrd="0" presId="urn:microsoft.com/office/officeart/2008/layout/LinedList"/>
    <dgm:cxn modelId="{8AC74D56-8443-4FCE-A6E1-76A15ABFD079}" srcId="{EC1D3536-3E49-44F3-8982-3178153D5F9D}" destId="{32CA41D6-DD66-4268-8C1C-A1A3D51ECF8A}" srcOrd="1" destOrd="0" parTransId="{7FB18B07-3879-4889-BE50-9C2DE11AD82A}" sibTransId="{BF55B771-5FFA-4A11-954D-D39D6BCD5829}"/>
    <dgm:cxn modelId="{D70ADB7E-8B32-4959-8463-A74E0CE8BA2B}" srcId="{EC1D3536-3E49-44F3-8982-3178153D5F9D}" destId="{089DA94C-5FA9-46CF-8C8E-AA2484029DF1}" srcOrd="6" destOrd="0" parTransId="{C9F8D629-4FEF-42A4-B5AD-1B82500AD5F7}" sibTransId="{71A1A518-3FF4-4C04-AF4A-22964C30C9D6}"/>
    <dgm:cxn modelId="{776A6682-88F1-4244-926B-FD7F1A735B94}" type="presOf" srcId="{BA75E4B1-A927-4838-984D-67948F27AFA0}" destId="{9FDC3CD9-6A4C-4B5B-B4FB-0E859A3EF4D0}" srcOrd="0" destOrd="0" presId="urn:microsoft.com/office/officeart/2008/layout/LinedList"/>
    <dgm:cxn modelId="{1D851C88-0604-4D17-84A1-C1BFA9249A84}" srcId="{EC1D3536-3E49-44F3-8982-3178153D5F9D}" destId="{35E294B3-4D88-4019-9ADB-A0D85A000CD0}" srcOrd="2" destOrd="0" parTransId="{D52DB81D-9592-4A67-A77E-1A1732FB0A60}" sibTransId="{B303E367-BF34-47F1-BA6F-6024842C2240}"/>
    <dgm:cxn modelId="{5CB9509E-A58D-4648-A257-946207183095}" type="presOf" srcId="{B1D4A773-48EC-44BD-8D57-9E8AA1EA4E8C}" destId="{FF56D4BD-ADCD-4B8D-8AF3-C7D4111ECABB}" srcOrd="0" destOrd="0" presId="urn:microsoft.com/office/officeart/2008/layout/LinedList"/>
    <dgm:cxn modelId="{BB7168A6-B733-4A80-B499-177AE9ACEBD3}" type="presOf" srcId="{089DA94C-5FA9-46CF-8C8E-AA2484029DF1}" destId="{ED729589-C233-4773-B074-08C640C34F35}" srcOrd="0" destOrd="0" presId="urn:microsoft.com/office/officeart/2008/layout/LinedList"/>
    <dgm:cxn modelId="{B33148AA-3C1E-41C0-A5DF-23FA484254D9}" srcId="{EC1D3536-3E49-44F3-8982-3178153D5F9D}" destId="{6BC26261-9E7B-479F-AA9C-8BF499C8686D}" srcOrd="4" destOrd="0" parTransId="{575A93D6-4437-4295-9024-500E82CBDA8E}" sibTransId="{F6F90DDE-E065-4234-A9AE-C51EC50C757C}"/>
    <dgm:cxn modelId="{BC1BE1AB-F867-499D-B7C4-9579E6005675}" type="presOf" srcId="{6BC26261-9E7B-479F-AA9C-8BF499C8686D}" destId="{D4E26C04-FE75-451C-9D6D-32115256BF55}" srcOrd="0" destOrd="0" presId="urn:microsoft.com/office/officeart/2008/layout/LinedList"/>
    <dgm:cxn modelId="{555318C1-A20C-44EF-8848-D68014A7F492}" type="presOf" srcId="{EC1D3536-3E49-44F3-8982-3178153D5F9D}" destId="{4D650BA7-B4D4-41EE-8282-E92A55EA6217}" srcOrd="0" destOrd="0" presId="urn:microsoft.com/office/officeart/2008/layout/LinedList"/>
    <dgm:cxn modelId="{7448B0D2-8833-4903-8DB3-77A3F2E50944}" type="presOf" srcId="{35E294B3-4D88-4019-9ADB-A0D85A000CD0}" destId="{11128AD8-0B53-4C88-AE77-D5159397286F}" srcOrd="0" destOrd="0" presId="urn:microsoft.com/office/officeart/2008/layout/LinedList"/>
    <dgm:cxn modelId="{10CA90E8-0B25-4392-A60F-99FF76805897}" type="presOf" srcId="{8157D191-1AFB-48CF-BF66-42351170FC2C}" destId="{9AFD3494-496F-43F5-BA3F-462B91928D51}" srcOrd="0" destOrd="0" presId="urn:microsoft.com/office/officeart/2008/layout/LinedList"/>
    <dgm:cxn modelId="{3B3746F6-F0FD-40F8-B356-E19E3497CA90}" srcId="{EC1D3536-3E49-44F3-8982-3178153D5F9D}" destId="{B1D4A773-48EC-44BD-8D57-9E8AA1EA4E8C}" srcOrd="3" destOrd="0" parTransId="{E17F99FE-80D2-432C-81FD-69BB465DE58F}" sibTransId="{B24DE74C-5390-4855-B03E-E17C0969F21E}"/>
    <dgm:cxn modelId="{B75277EB-69A4-45DD-B9B9-496955120579}" type="presParOf" srcId="{4D650BA7-B4D4-41EE-8282-E92A55EA6217}" destId="{09E17443-7C77-4931-B370-C021B8193192}" srcOrd="0" destOrd="0" presId="urn:microsoft.com/office/officeart/2008/layout/LinedList"/>
    <dgm:cxn modelId="{3D523DAB-3FA9-4B5A-A30E-699AC2582282}" type="presParOf" srcId="{4D650BA7-B4D4-41EE-8282-E92A55EA6217}" destId="{695A6AD5-7AE7-445D-A96B-908DF0445C81}" srcOrd="1" destOrd="0" presId="urn:microsoft.com/office/officeart/2008/layout/LinedList"/>
    <dgm:cxn modelId="{75ADC3E5-E145-4782-AD4A-624499D9B0DA}" type="presParOf" srcId="{695A6AD5-7AE7-445D-A96B-908DF0445C81}" destId="{9FDC3CD9-6A4C-4B5B-B4FB-0E859A3EF4D0}" srcOrd="0" destOrd="0" presId="urn:microsoft.com/office/officeart/2008/layout/LinedList"/>
    <dgm:cxn modelId="{F94A822A-AAE3-4FA4-A7CA-7B32E6752E7F}" type="presParOf" srcId="{695A6AD5-7AE7-445D-A96B-908DF0445C81}" destId="{BB843BA5-BE15-49E2-9DA5-6E7DFE0DFE58}" srcOrd="1" destOrd="0" presId="urn:microsoft.com/office/officeart/2008/layout/LinedList"/>
    <dgm:cxn modelId="{9A5C7C8D-4276-494B-916F-8E070C7BA163}" type="presParOf" srcId="{4D650BA7-B4D4-41EE-8282-E92A55EA6217}" destId="{ED1AF965-2D20-424D-A151-A000E3038F9D}" srcOrd="2" destOrd="0" presId="urn:microsoft.com/office/officeart/2008/layout/LinedList"/>
    <dgm:cxn modelId="{C4779CE4-8657-45D8-A63D-C184F3E9C541}" type="presParOf" srcId="{4D650BA7-B4D4-41EE-8282-E92A55EA6217}" destId="{48B61FC1-735D-407D-B0CE-04619F1396F9}" srcOrd="3" destOrd="0" presId="urn:microsoft.com/office/officeart/2008/layout/LinedList"/>
    <dgm:cxn modelId="{E877B1AE-130D-4380-98F8-75225B64BD25}" type="presParOf" srcId="{48B61FC1-735D-407D-B0CE-04619F1396F9}" destId="{4E9CA228-58FE-4581-9FB7-1C842B5ED59A}" srcOrd="0" destOrd="0" presId="urn:microsoft.com/office/officeart/2008/layout/LinedList"/>
    <dgm:cxn modelId="{346B31FA-02AE-4FCD-982C-8FB0FED35DE2}" type="presParOf" srcId="{48B61FC1-735D-407D-B0CE-04619F1396F9}" destId="{08CA9B03-7C3D-43D3-9E5F-8F2102EC230D}" srcOrd="1" destOrd="0" presId="urn:microsoft.com/office/officeart/2008/layout/LinedList"/>
    <dgm:cxn modelId="{799C4B53-B40D-4ECC-8944-B6171C50734C}" type="presParOf" srcId="{4D650BA7-B4D4-41EE-8282-E92A55EA6217}" destId="{F414D6FC-6351-4F9B-87BB-7AC648435B6B}" srcOrd="4" destOrd="0" presId="urn:microsoft.com/office/officeart/2008/layout/LinedList"/>
    <dgm:cxn modelId="{31832A76-0BCA-4E35-A362-E79D163D087A}" type="presParOf" srcId="{4D650BA7-B4D4-41EE-8282-E92A55EA6217}" destId="{756B1775-7E75-4D0A-AAA0-FBFF251F82C5}" srcOrd="5" destOrd="0" presId="urn:microsoft.com/office/officeart/2008/layout/LinedList"/>
    <dgm:cxn modelId="{028BE5F1-7FA3-4C16-A86D-C7DCD07DD55A}" type="presParOf" srcId="{756B1775-7E75-4D0A-AAA0-FBFF251F82C5}" destId="{11128AD8-0B53-4C88-AE77-D5159397286F}" srcOrd="0" destOrd="0" presId="urn:microsoft.com/office/officeart/2008/layout/LinedList"/>
    <dgm:cxn modelId="{BFBE085D-1188-40E9-9131-748DD05B9244}" type="presParOf" srcId="{756B1775-7E75-4D0A-AAA0-FBFF251F82C5}" destId="{5F913DF1-4C64-4902-948B-FAE4305B3215}" srcOrd="1" destOrd="0" presId="urn:microsoft.com/office/officeart/2008/layout/LinedList"/>
    <dgm:cxn modelId="{8C09E56C-919C-4A74-829A-48BCC106891A}" type="presParOf" srcId="{4D650BA7-B4D4-41EE-8282-E92A55EA6217}" destId="{1CCE23ED-4C65-4702-B2C3-F2CB1F1618F5}" srcOrd="6" destOrd="0" presId="urn:microsoft.com/office/officeart/2008/layout/LinedList"/>
    <dgm:cxn modelId="{E0E9E65A-19E4-408B-816E-6BABE2C13E46}" type="presParOf" srcId="{4D650BA7-B4D4-41EE-8282-E92A55EA6217}" destId="{316C6621-03E9-46AB-A8F8-3FC32ACD66CC}" srcOrd="7" destOrd="0" presId="urn:microsoft.com/office/officeart/2008/layout/LinedList"/>
    <dgm:cxn modelId="{B7945CBA-2D9A-4684-A114-D70BFFAF5934}" type="presParOf" srcId="{316C6621-03E9-46AB-A8F8-3FC32ACD66CC}" destId="{FF56D4BD-ADCD-4B8D-8AF3-C7D4111ECABB}" srcOrd="0" destOrd="0" presId="urn:microsoft.com/office/officeart/2008/layout/LinedList"/>
    <dgm:cxn modelId="{CB1E7D3D-55D3-4B91-975B-7D2057AB162C}" type="presParOf" srcId="{316C6621-03E9-46AB-A8F8-3FC32ACD66CC}" destId="{82E0912A-575A-4B63-86A0-A00D9EAB62B0}" srcOrd="1" destOrd="0" presId="urn:microsoft.com/office/officeart/2008/layout/LinedList"/>
    <dgm:cxn modelId="{66CDDDD1-C23F-41C9-9B7B-CED58AAB1918}" type="presParOf" srcId="{4D650BA7-B4D4-41EE-8282-E92A55EA6217}" destId="{40AEC740-CBCD-4321-B86A-7497BC2BDCF5}" srcOrd="8" destOrd="0" presId="urn:microsoft.com/office/officeart/2008/layout/LinedList"/>
    <dgm:cxn modelId="{56C1B2EB-A72E-4CE1-8536-ADB0BE6EA615}" type="presParOf" srcId="{4D650BA7-B4D4-41EE-8282-E92A55EA6217}" destId="{02880B16-BBB9-4F60-AE79-A55D8FC2A9FD}" srcOrd="9" destOrd="0" presId="urn:microsoft.com/office/officeart/2008/layout/LinedList"/>
    <dgm:cxn modelId="{8AF5AA42-16B3-4858-876A-8A920D30591D}" type="presParOf" srcId="{02880B16-BBB9-4F60-AE79-A55D8FC2A9FD}" destId="{D4E26C04-FE75-451C-9D6D-32115256BF55}" srcOrd="0" destOrd="0" presId="urn:microsoft.com/office/officeart/2008/layout/LinedList"/>
    <dgm:cxn modelId="{E0DE2485-71B5-4599-A4CF-316AFAF975EB}" type="presParOf" srcId="{02880B16-BBB9-4F60-AE79-A55D8FC2A9FD}" destId="{EA02416D-0ADC-40A0-AF14-8C07B4431098}" srcOrd="1" destOrd="0" presId="urn:microsoft.com/office/officeart/2008/layout/LinedList"/>
    <dgm:cxn modelId="{16810BA3-A3D4-47AD-93C5-CC28F1EAB906}" type="presParOf" srcId="{4D650BA7-B4D4-41EE-8282-E92A55EA6217}" destId="{C7627D3B-81EB-427E-BBCC-7C2D8A248701}" srcOrd="10" destOrd="0" presId="urn:microsoft.com/office/officeart/2008/layout/LinedList"/>
    <dgm:cxn modelId="{7F270544-94D2-452B-8954-E585B5D4477A}" type="presParOf" srcId="{4D650BA7-B4D4-41EE-8282-E92A55EA6217}" destId="{46692C10-7164-4EFB-B027-A1EE65224507}" srcOrd="11" destOrd="0" presId="urn:microsoft.com/office/officeart/2008/layout/LinedList"/>
    <dgm:cxn modelId="{CC85C95A-1B11-419D-B1BD-00E2A770835D}" type="presParOf" srcId="{46692C10-7164-4EFB-B027-A1EE65224507}" destId="{29AF948C-0B67-4BC1-8508-29D9307239E5}" srcOrd="0" destOrd="0" presId="urn:microsoft.com/office/officeart/2008/layout/LinedList"/>
    <dgm:cxn modelId="{D9530EB9-3A85-4839-B08D-2D28F7881A15}" type="presParOf" srcId="{46692C10-7164-4EFB-B027-A1EE65224507}" destId="{6750618E-501B-411D-ACDB-1A08E5CAF219}" srcOrd="1" destOrd="0" presId="urn:microsoft.com/office/officeart/2008/layout/LinedList"/>
    <dgm:cxn modelId="{A783910F-50E0-4668-8A9E-AC8B4B40F0E9}" type="presParOf" srcId="{4D650BA7-B4D4-41EE-8282-E92A55EA6217}" destId="{C78BF208-73D7-4572-A5A6-D9806F3AD242}" srcOrd="12" destOrd="0" presId="urn:microsoft.com/office/officeart/2008/layout/LinedList"/>
    <dgm:cxn modelId="{2113EFCE-6752-4795-8CD7-2ACFB4915446}" type="presParOf" srcId="{4D650BA7-B4D4-41EE-8282-E92A55EA6217}" destId="{7FC61DB2-6CFD-42C0-B432-F9D344E486F7}" srcOrd="13" destOrd="0" presId="urn:microsoft.com/office/officeart/2008/layout/LinedList"/>
    <dgm:cxn modelId="{B8D7BDC6-7AFE-440E-8978-DBF2A5A04766}" type="presParOf" srcId="{7FC61DB2-6CFD-42C0-B432-F9D344E486F7}" destId="{ED729589-C233-4773-B074-08C640C34F35}" srcOrd="0" destOrd="0" presId="urn:microsoft.com/office/officeart/2008/layout/LinedList"/>
    <dgm:cxn modelId="{E1ED6C4F-44D5-4BF1-91FE-1CE09926A529}" type="presParOf" srcId="{7FC61DB2-6CFD-42C0-B432-F9D344E486F7}" destId="{BD079F18-4435-486B-B31A-F2DC20B83C31}" srcOrd="1" destOrd="0" presId="urn:microsoft.com/office/officeart/2008/layout/LinedList"/>
    <dgm:cxn modelId="{2FF28DB4-09C0-4CA2-B654-B2F66A1AB1B2}" type="presParOf" srcId="{4D650BA7-B4D4-41EE-8282-E92A55EA6217}" destId="{C45B0B28-5929-4CED-B4C8-1E2E7EBFB0BD}" srcOrd="14" destOrd="0" presId="urn:microsoft.com/office/officeart/2008/layout/LinedList"/>
    <dgm:cxn modelId="{FEBE7652-A187-4460-9F61-79B67DE87820}" type="presParOf" srcId="{4D650BA7-B4D4-41EE-8282-E92A55EA6217}" destId="{04FC6B0B-F685-44C4-A62A-66FE04C211FE}" srcOrd="15" destOrd="0" presId="urn:microsoft.com/office/officeart/2008/layout/LinedList"/>
    <dgm:cxn modelId="{2EEE5D9B-9D36-4D4A-A06E-7C42AB79EA1D}" type="presParOf" srcId="{04FC6B0B-F685-44C4-A62A-66FE04C211FE}" destId="{9AFD3494-496F-43F5-BA3F-462B91928D51}" srcOrd="0" destOrd="0" presId="urn:microsoft.com/office/officeart/2008/layout/LinedList"/>
    <dgm:cxn modelId="{87EF0127-BFE5-48B0-81EC-DDBEE7972FDA}" type="presParOf" srcId="{04FC6B0B-F685-44C4-A62A-66FE04C211FE}" destId="{CA425D25-F628-4425-AEF8-827F2E467885}" srcOrd="1" destOrd="0" presId="urn:microsoft.com/office/officeart/2008/layout/LinedList"/>
    <dgm:cxn modelId="{0A1B55AF-9FE6-4811-9758-99D86478D9EA}" type="presParOf" srcId="{4D650BA7-B4D4-41EE-8282-E92A55EA6217}" destId="{4907E7EE-A96D-4C51-A608-A18920CCE6E4}" srcOrd="16" destOrd="0" presId="urn:microsoft.com/office/officeart/2008/layout/LinedList"/>
    <dgm:cxn modelId="{81E9D6C3-3AD2-4415-B12A-0EAE8E4E8D95}" type="presParOf" srcId="{4D650BA7-B4D4-41EE-8282-E92A55EA6217}" destId="{69467A62-8480-4CCD-ABD4-0354DFC9B4F5}" srcOrd="17" destOrd="0" presId="urn:microsoft.com/office/officeart/2008/layout/LinedList"/>
    <dgm:cxn modelId="{FF1F462B-DA50-4A8B-9489-405CEA85DA93}" type="presParOf" srcId="{69467A62-8480-4CCD-ABD4-0354DFC9B4F5}" destId="{3F45AD8E-1FA1-4680-A4E7-CE7B39F68F14}" srcOrd="0" destOrd="0" presId="urn:microsoft.com/office/officeart/2008/layout/LinedList"/>
    <dgm:cxn modelId="{5F9CDC79-C10F-4BDB-AEDE-C8CA52A13DA2}" type="presParOf" srcId="{69467A62-8480-4CCD-ABD4-0354DFC9B4F5}" destId="{4291BF7B-90D6-45C8-A5C5-2A3D13BE1A7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ABDB07-AE05-4211-A3EA-53BCF3B2420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7E5F7F-1456-4559-BB14-DC95F4A7814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Traditional password-based authentication is increasingly vulnerable to phishing, credential theft, and password reuse attacks.</a:t>
          </a:r>
        </a:p>
      </dgm:t>
    </dgm:pt>
    <dgm:pt modelId="{D58B861B-2544-4A3D-B961-A97E2D248682}" type="parTrans" cxnId="{ABF14484-0E45-4BA6-90E6-40253E44F1FF}">
      <dgm:prSet/>
      <dgm:spPr/>
      <dgm:t>
        <a:bodyPr/>
        <a:lstStyle/>
        <a:p>
          <a:endParaRPr lang="en-US"/>
        </a:p>
      </dgm:t>
    </dgm:pt>
    <dgm:pt modelId="{B2D97C80-1E92-4F98-ADAA-88ADEFAB88BE}" type="sibTrans" cxnId="{ABF14484-0E45-4BA6-90E6-40253E44F1FF}">
      <dgm:prSet/>
      <dgm:spPr/>
      <dgm:t>
        <a:bodyPr/>
        <a:lstStyle/>
        <a:p>
          <a:endParaRPr lang="en-US"/>
        </a:p>
      </dgm:t>
    </dgm:pt>
    <dgm:pt modelId="{50533ACE-820E-4C38-855F-30AF150CB57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• Multi-factor authentication improves security but often reduces usability and adds complexity.</a:t>
          </a:r>
        </a:p>
      </dgm:t>
    </dgm:pt>
    <dgm:pt modelId="{AB3CD54B-E86E-413F-97A6-3A4C90B61303}" type="parTrans" cxnId="{68E6A246-8463-4781-8BC9-213173EF19CF}">
      <dgm:prSet/>
      <dgm:spPr/>
      <dgm:t>
        <a:bodyPr/>
        <a:lstStyle/>
        <a:p>
          <a:endParaRPr lang="en-US"/>
        </a:p>
      </dgm:t>
    </dgm:pt>
    <dgm:pt modelId="{BB470FBC-52C2-42A2-AA6D-39D8D1E63748}" type="sibTrans" cxnId="{68E6A246-8463-4781-8BC9-213173EF19CF}">
      <dgm:prSet/>
      <dgm:spPr/>
      <dgm:t>
        <a:bodyPr/>
        <a:lstStyle/>
        <a:p>
          <a:endParaRPr lang="en-US"/>
        </a:p>
      </dgm:t>
    </dgm:pt>
    <dgm:pt modelId="{6EE5EE88-9DA4-4A46-830E-DF7FE57215C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300" dirty="0"/>
            <a:t>•</a:t>
          </a:r>
          <a:r>
            <a:rPr lang="en-US" sz="2400" dirty="0"/>
            <a:t> Behavioral biometrics such as keystroke dynamics offer continuous, non-intrusive user authentication</a:t>
          </a:r>
          <a:r>
            <a:rPr lang="en-US" sz="2300" dirty="0"/>
            <a:t>.</a:t>
          </a:r>
        </a:p>
      </dgm:t>
    </dgm:pt>
    <dgm:pt modelId="{DCD6B71C-74AB-4E4C-B53A-4B388425F1F8}" type="parTrans" cxnId="{267AFC50-99C2-4862-B0CE-42C603AAF4B4}">
      <dgm:prSet/>
      <dgm:spPr/>
      <dgm:t>
        <a:bodyPr/>
        <a:lstStyle/>
        <a:p>
          <a:endParaRPr lang="en-US"/>
        </a:p>
      </dgm:t>
    </dgm:pt>
    <dgm:pt modelId="{72D40395-B2AB-4160-928B-CB4D41F7AEDB}" type="sibTrans" cxnId="{267AFC50-99C2-4862-B0CE-42C603AAF4B4}">
      <dgm:prSet/>
      <dgm:spPr/>
      <dgm:t>
        <a:bodyPr/>
        <a:lstStyle/>
        <a:p>
          <a:endParaRPr lang="en-US"/>
        </a:p>
      </dgm:t>
    </dgm:pt>
    <dgm:pt modelId="{540068BA-9A2F-45DB-89E7-7BD321CB4C34}" type="pres">
      <dgm:prSet presAssocID="{F7ABDB07-AE05-4211-A3EA-53BCF3B2420F}" presName="root" presStyleCnt="0">
        <dgm:presLayoutVars>
          <dgm:dir/>
          <dgm:resizeHandles val="exact"/>
        </dgm:presLayoutVars>
      </dgm:prSet>
      <dgm:spPr/>
    </dgm:pt>
    <dgm:pt modelId="{544A52C9-3F3A-4644-98D3-83DD19A2446C}" type="pres">
      <dgm:prSet presAssocID="{F47E5F7F-1456-4559-BB14-DC95F4A78143}" presName="compNode" presStyleCnt="0"/>
      <dgm:spPr/>
    </dgm:pt>
    <dgm:pt modelId="{5303FCCD-6692-4DD0-9D66-ADFA1B42FC43}" type="pres">
      <dgm:prSet presAssocID="{F47E5F7F-1456-4559-BB14-DC95F4A78143}" presName="bgRect" presStyleLbl="bgShp" presStyleIdx="0" presStyleCnt="3"/>
      <dgm:spPr/>
    </dgm:pt>
    <dgm:pt modelId="{563BF49C-7CA4-4527-95C0-89A68534A270}" type="pres">
      <dgm:prSet presAssocID="{F47E5F7F-1456-4559-BB14-DC95F4A7814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82F829D4-4A64-44B1-AD72-C8344837CAA7}" type="pres">
      <dgm:prSet presAssocID="{F47E5F7F-1456-4559-BB14-DC95F4A78143}" presName="spaceRect" presStyleCnt="0"/>
      <dgm:spPr/>
    </dgm:pt>
    <dgm:pt modelId="{F327B10E-6652-429F-A80D-742B49403E0D}" type="pres">
      <dgm:prSet presAssocID="{F47E5F7F-1456-4559-BB14-DC95F4A78143}" presName="parTx" presStyleLbl="revTx" presStyleIdx="0" presStyleCnt="3">
        <dgm:presLayoutVars>
          <dgm:chMax val="0"/>
          <dgm:chPref val="0"/>
        </dgm:presLayoutVars>
      </dgm:prSet>
      <dgm:spPr/>
    </dgm:pt>
    <dgm:pt modelId="{10829132-D79F-4414-81D7-89187B398D8D}" type="pres">
      <dgm:prSet presAssocID="{B2D97C80-1E92-4F98-ADAA-88ADEFAB88BE}" presName="sibTrans" presStyleCnt="0"/>
      <dgm:spPr/>
    </dgm:pt>
    <dgm:pt modelId="{C0499BF4-7776-49E2-822D-A4FE232FB700}" type="pres">
      <dgm:prSet presAssocID="{50533ACE-820E-4C38-855F-30AF150CB576}" presName="compNode" presStyleCnt="0"/>
      <dgm:spPr/>
    </dgm:pt>
    <dgm:pt modelId="{149DF61A-EC69-4484-861E-2D6D024B6273}" type="pres">
      <dgm:prSet presAssocID="{50533ACE-820E-4C38-855F-30AF150CB576}" presName="bgRect" presStyleLbl="bgShp" presStyleIdx="1" presStyleCnt="3"/>
      <dgm:spPr/>
    </dgm:pt>
    <dgm:pt modelId="{F8A87BB8-54E3-449D-8E86-73E981ACC663}" type="pres">
      <dgm:prSet presAssocID="{50533ACE-820E-4C38-855F-30AF150CB57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B0027372-1CF1-42DB-93A0-DAE0D2518042}" type="pres">
      <dgm:prSet presAssocID="{50533ACE-820E-4C38-855F-30AF150CB576}" presName="spaceRect" presStyleCnt="0"/>
      <dgm:spPr/>
    </dgm:pt>
    <dgm:pt modelId="{AD9EBE40-8AEA-4E59-A629-E46B8D1B5A1E}" type="pres">
      <dgm:prSet presAssocID="{50533ACE-820E-4C38-855F-30AF150CB576}" presName="parTx" presStyleLbl="revTx" presStyleIdx="1" presStyleCnt="3">
        <dgm:presLayoutVars>
          <dgm:chMax val="0"/>
          <dgm:chPref val="0"/>
        </dgm:presLayoutVars>
      </dgm:prSet>
      <dgm:spPr/>
    </dgm:pt>
    <dgm:pt modelId="{AA52AF1A-C8AF-433F-877A-1C5879EB5DC1}" type="pres">
      <dgm:prSet presAssocID="{BB470FBC-52C2-42A2-AA6D-39D8D1E63748}" presName="sibTrans" presStyleCnt="0"/>
      <dgm:spPr/>
    </dgm:pt>
    <dgm:pt modelId="{5B605C0F-DF0C-49C1-8C65-EE0DCDADAAF3}" type="pres">
      <dgm:prSet presAssocID="{6EE5EE88-9DA4-4A46-830E-DF7FE57215C8}" presName="compNode" presStyleCnt="0"/>
      <dgm:spPr/>
    </dgm:pt>
    <dgm:pt modelId="{3E57C6DB-007B-4635-9B3A-ABDAD42BEC33}" type="pres">
      <dgm:prSet presAssocID="{6EE5EE88-9DA4-4A46-830E-DF7FE57215C8}" presName="bgRect" presStyleLbl="bgShp" presStyleIdx="2" presStyleCnt="3"/>
      <dgm:spPr/>
    </dgm:pt>
    <dgm:pt modelId="{E59ADFE7-6428-4408-8E8C-14C3B19FA815}" type="pres">
      <dgm:prSet presAssocID="{6EE5EE88-9DA4-4A46-830E-DF7FE57215C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71BC0D44-B11E-4035-8F31-A6462979E24C}" type="pres">
      <dgm:prSet presAssocID="{6EE5EE88-9DA4-4A46-830E-DF7FE57215C8}" presName="spaceRect" presStyleCnt="0"/>
      <dgm:spPr/>
    </dgm:pt>
    <dgm:pt modelId="{9B230FC0-2548-471D-B27A-07DF199DF939}" type="pres">
      <dgm:prSet presAssocID="{6EE5EE88-9DA4-4A46-830E-DF7FE57215C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ED94745-4E4E-4945-8B3E-851B96E35922}" type="presOf" srcId="{F7ABDB07-AE05-4211-A3EA-53BCF3B2420F}" destId="{540068BA-9A2F-45DB-89E7-7BD321CB4C34}" srcOrd="0" destOrd="0" presId="urn:microsoft.com/office/officeart/2018/2/layout/IconVerticalSolidList"/>
    <dgm:cxn modelId="{68E6A246-8463-4781-8BC9-213173EF19CF}" srcId="{F7ABDB07-AE05-4211-A3EA-53BCF3B2420F}" destId="{50533ACE-820E-4C38-855F-30AF150CB576}" srcOrd="1" destOrd="0" parTransId="{AB3CD54B-E86E-413F-97A6-3A4C90B61303}" sibTransId="{BB470FBC-52C2-42A2-AA6D-39D8D1E63748}"/>
    <dgm:cxn modelId="{40EBA268-25F9-45B2-95F5-7C0DC236FAEF}" type="presOf" srcId="{F47E5F7F-1456-4559-BB14-DC95F4A78143}" destId="{F327B10E-6652-429F-A80D-742B49403E0D}" srcOrd="0" destOrd="0" presId="urn:microsoft.com/office/officeart/2018/2/layout/IconVerticalSolidList"/>
    <dgm:cxn modelId="{267AFC50-99C2-4862-B0CE-42C603AAF4B4}" srcId="{F7ABDB07-AE05-4211-A3EA-53BCF3B2420F}" destId="{6EE5EE88-9DA4-4A46-830E-DF7FE57215C8}" srcOrd="2" destOrd="0" parTransId="{DCD6B71C-74AB-4E4C-B53A-4B388425F1F8}" sibTransId="{72D40395-B2AB-4160-928B-CB4D41F7AEDB}"/>
    <dgm:cxn modelId="{ABF14484-0E45-4BA6-90E6-40253E44F1FF}" srcId="{F7ABDB07-AE05-4211-A3EA-53BCF3B2420F}" destId="{F47E5F7F-1456-4559-BB14-DC95F4A78143}" srcOrd="0" destOrd="0" parTransId="{D58B861B-2544-4A3D-B961-A97E2D248682}" sibTransId="{B2D97C80-1E92-4F98-ADAA-88ADEFAB88BE}"/>
    <dgm:cxn modelId="{A6A4F0BC-C83A-4252-A32C-E725824D1EE3}" type="presOf" srcId="{50533ACE-820E-4C38-855F-30AF150CB576}" destId="{AD9EBE40-8AEA-4E59-A629-E46B8D1B5A1E}" srcOrd="0" destOrd="0" presId="urn:microsoft.com/office/officeart/2018/2/layout/IconVerticalSolidList"/>
    <dgm:cxn modelId="{EDF5DFD2-3640-4129-907B-71DC7C2C5FB8}" type="presOf" srcId="{6EE5EE88-9DA4-4A46-830E-DF7FE57215C8}" destId="{9B230FC0-2548-471D-B27A-07DF199DF939}" srcOrd="0" destOrd="0" presId="urn:microsoft.com/office/officeart/2018/2/layout/IconVerticalSolidList"/>
    <dgm:cxn modelId="{55B5A0F2-A6D3-4F6C-9652-9403C756087A}" type="presParOf" srcId="{540068BA-9A2F-45DB-89E7-7BD321CB4C34}" destId="{544A52C9-3F3A-4644-98D3-83DD19A2446C}" srcOrd="0" destOrd="0" presId="urn:microsoft.com/office/officeart/2018/2/layout/IconVerticalSolidList"/>
    <dgm:cxn modelId="{6170B015-ADF2-40C3-A140-2B516F3C0916}" type="presParOf" srcId="{544A52C9-3F3A-4644-98D3-83DD19A2446C}" destId="{5303FCCD-6692-4DD0-9D66-ADFA1B42FC43}" srcOrd="0" destOrd="0" presId="urn:microsoft.com/office/officeart/2018/2/layout/IconVerticalSolidList"/>
    <dgm:cxn modelId="{8BBC5D2B-309C-4A3A-B859-3CED4D595D84}" type="presParOf" srcId="{544A52C9-3F3A-4644-98D3-83DD19A2446C}" destId="{563BF49C-7CA4-4527-95C0-89A68534A270}" srcOrd="1" destOrd="0" presId="urn:microsoft.com/office/officeart/2018/2/layout/IconVerticalSolidList"/>
    <dgm:cxn modelId="{90648966-A5E7-4F3A-BD72-CD412C98DC67}" type="presParOf" srcId="{544A52C9-3F3A-4644-98D3-83DD19A2446C}" destId="{82F829D4-4A64-44B1-AD72-C8344837CAA7}" srcOrd="2" destOrd="0" presId="urn:microsoft.com/office/officeart/2018/2/layout/IconVerticalSolidList"/>
    <dgm:cxn modelId="{E5F84524-B994-4602-AB77-3E1DA5109C26}" type="presParOf" srcId="{544A52C9-3F3A-4644-98D3-83DD19A2446C}" destId="{F327B10E-6652-429F-A80D-742B49403E0D}" srcOrd="3" destOrd="0" presId="urn:microsoft.com/office/officeart/2018/2/layout/IconVerticalSolidList"/>
    <dgm:cxn modelId="{795ACC1D-48CE-499A-B1CC-24E1109BF5BC}" type="presParOf" srcId="{540068BA-9A2F-45DB-89E7-7BD321CB4C34}" destId="{10829132-D79F-4414-81D7-89187B398D8D}" srcOrd="1" destOrd="0" presId="urn:microsoft.com/office/officeart/2018/2/layout/IconVerticalSolidList"/>
    <dgm:cxn modelId="{CC4ABADA-53F4-4D18-B273-F63B798E740B}" type="presParOf" srcId="{540068BA-9A2F-45DB-89E7-7BD321CB4C34}" destId="{C0499BF4-7776-49E2-822D-A4FE232FB700}" srcOrd="2" destOrd="0" presId="urn:microsoft.com/office/officeart/2018/2/layout/IconVerticalSolidList"/>
    <dgm:cxn modelId="{62C6D9F9-95D9-4818-9CC7-908EEC587944}" type="presParOf" srcId="{C0499BF4-7776-49E2-822D-A4FE232FB700}" destId="{149DF61A-EC69-4484-861E-2D6D024B6273}" srcOrd="0" destOrd="0" presId="urn:microsoft.com/office/officeart/2018/2/layout/IconVerticalSolidList"/>
    <dgm:cxn modelId="{5E822D42-BDDF-4B6A-B5F4-0436F0A57BFA}" type="presParOf" srcId="{C0499BF4-7776-49E2-822D-A4FE232FB700}" destId="{F8A87BB8-54E3-449D-8E86-73E981ACC663}" srcOrd="1" destOrd="0" presId="urn:microsoft.com/office/officeart/2018/2/layout/IconVerticalSolidList"/>
    <dgm:cxn modelId="{037FC776-51E9-4B71-9AF8-83F2F4162DC3}" type="presParOf" srcId="{C0499BF4-7776-49E2-822D-A4FE232FB700}" destId="{B0027372-1CF1-42DB-93A0-DAE0D2518042}" srcOrd="2" destOrd="0" presId="urn:microsoft.com/office/officeart/2018/2/layout/IconVerticalSolidList"/>
    <dgm:cxn modelId="{A0CEFB52-9E16-419D-A293-37E3D09BDF62}" type="presParOf" srcId="{C0499BF4-7776-49E2-822D-A4FE232FB700}" destId="{AD9EBE40-8AEA-4E59-A629-E46B8D1B5A1E}" srcOrd="3" destOrd="0" presId="urn:microsoft.com/office/officeart/2018/2/layout/IconVerticalSolidList"/>
    <dgm:cxn modelId="{EED162FA-06C8-462E-A7B2-B63EBD760B1A}" type="presParOf" srcId="{540068BA-9A2F-45DB-89E7-7BD321CB4C34}" destId="{AA52AF1A-C8AF-433F-877A-1C5879EB5DC1}" srcOrd="3" destOrd="0" presId="urn:microsoft.com/office/officeart/2018/2/layout/IconVerticalSolidList"/>
    <dgm:cxn modelId="{316DF6E5-8716-4FEC-9827-6984292C0903}" type="presParOf" srcId="{540068BA-9A2F-45DB-89E7-7BD321CB4C34}" destId="{5B605C0F-DF0C-49C1-8C65-EE0DCDADAAF3}" srcOrd="4" destOrd="0" presId="urn:microsoft.com/office/officeart/2018/2/layout/IconVerticalSolidList"/>
    <dgm:cxn modelId="{7AAD4054-6FFF-4E8E-9EF5-66184869D09C}" type="presParOf" srcId="{5B605C0F-DF0C-49C1-8C65-EE0DCDADAAF3}" destId="{3E57C6DB-007B-4635-9B3A-ABDAD42BEC33}" srcOrd="0" destOrd="0" presId="urn:microsoft.com/office/officeart/2018/2/layout/IconVerticalSolidList"/>
    <dgm:cxn modelId="{536BA189-BA46-4B5B-8F79-790F993C300F}" type="presParOf" srcId="{5B605C0F-DF0C-49C1-8C65-EE0DCDADAAF3}" destId="{E59ADFE7-6428-4408-8E8C-14C3B19FA815}" srcOrd="1" destOrd="0" presId="urn:microsoft.com/office/officeart/2018/2/layout/IconVerticalSolidList"/>
    <dgm:cxn modelId="{2B83AB22-4E8E-48CC-A8C3-E8506A042600}" type="presParOf" srcId="{5B605C0F-DF0C-49C1-8C65-EE0DCDADAAF3}" destId="{71BC0D44-B11E-4035-8F31-A6462979E24C}" srcOrd="2" destOrd="0" presId="urn:microsoft.com/office/officeart/2018/2/layout/IconVerticalSolidList"/>
    <dgm:cxn modelId="{9F9AB115-A181-4B97-A085-2D0A35F66EB7}" type="presParOf" srcId="{5B605C0F-DF0C-49C1-8C65-EE0DCDADAAF3}" destId="{9B230FC0-2548-471D-B27A-07DF199DF93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60F3C64-C48E-4C68-BF9F-E5E4610F435E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BD7B01-06B1-4756-8D64-7B10F953519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/>
            <a:t>• </a:t>
          </a:r>
          <a:r>
            <a:rPr lang="en-US" sz="2000" dirty="0"/>
            <a:t>Build scalable keystroke data collection systems</a:t>
          </a:r>
        </a:p>
      </dgm:t>
    </dgm:pt>
    <dgm:pt modelId="{4632D0C2-F03D-4D35-8382-610AA1AA5341}" type="parTrans" cxnId="{A8E456FE-7D3D-4F31-BB4D-15473745E919}">
      <dgm:prSet/>
      <dgm:spPr/>
      <dgm:t>
        <a:bodyPr/>
        <a:lstStyle/>
        <a:p>
          <a:endParaRPr lang="en-US"/>
        </a:p>
      </dgm:t>
    </dgm:pt>
    <dgm:pt modelId="{DDE5F511-D85F-4151-93E3-DBCBA7AD3CFB}" type="sibTrans" cxnId="{A8E456FE-7D3D-4F31-BB4D-15473745E91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C959D96-F580-4FA7-B834-90BD49EA953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/>
            <a:t>• </a:t>
          </a:r>
          <a:r>
            <a:rPr lang="en-US" sz="2000" dirty="0"/>
            <a:t>Develop Random Forest, </a:t>
          </a:r>
          <a:r>
            <a:rPr lang="en-US" sz="2000" dirty="0" err="1"/>
            <a:t>LightGBM</a:t>
          </a:r>
          <a:r>
            <a:rPr lang="en-US" sz="2000" dirty="0"/>
            <a:t>, </a:t>
          </a:r>
          <a:r>
            <a:rPr lang="en-US" sz="2000" dirty="0" err="1"/>
            <a:t>XGBoost</a:t>
          </a:r>
          <a:r>
            <a:rPr lang="en-US" sz="2000" dirty="0"/>
            <a:t> models</a:t>
          </a:r>
        </a:p>
      </dgm:t>
    </dgm:pt>
    <dgm:pt modelId="{CDB915C9-CA72-49AD-B193-68C9897C620C}" type="parTrans" cxnId="{582D004E-E3B1-4E4D-8078-CBF1832FB5A7}">
      <dgm:prSet/>
      <dgm:spPr/>
      <dgm:t>
        <a:bodyPr/>
        <a:lstStyle/>
        <a:p>
          <a:endParaRPr lang="en-US"/>
        </a:p>
      </dgm:t>
    </dgm:pt>
    <dgm:pt modelId="{4623F5E6-D910-4FBD-85EA-7D4A0EEB30FA}" type="sibTrans" cxnId="{582D004E-E3B1-4E4D-8078-CBF1832FB5A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94B05B9-70D1-4DC8-8342-3F1505F6BA8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/>
            <a:t>• </a:t>
          </a:r>
          <a:r>
            <a:rPr lang="en-US" sz="2000" dirty="0"/>
            <a:t>Evaluate model accuracy, precision, recall, and ROC</a:t>
          </a:r>
        </a:p>
      </dgm:t>
    </dgm:pt>
    <dgm:pt modelId="{D3B4885D-83AD-4AEF-88FD-C6DB02BE4ADB}" type="parTrans" cxnId="{5AC7D757-399B-44D0-BF2E-4172A05D6F07}">
      <dgm:prSet/>
      <dgm:spPr/>
      <dgm:t>
        <a:bodyPr/>
        <a:lstStyle/>
        <a:p>
          <a:endParaRPr lang="en-US"/>
        </a:p>
      </dgm:t>
    </dgm:pt>
    <dgm:pt modelId="{2EB50F1F-DDE9-4C81-8013-7856D2423241}" type="sibTrans" cxnId="{5AC7D757-399B-44D0-BF2E-4172A05D6F0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C9EDDA3-123A-4262-AF85-086B0257BC7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700" dirty="0"/>
            <a:t>• </a:t>
          </a:r>
          <a:r>
            <a:rPr lang="en-US" sz="2000" dirty="0"/>
            <a:t>Ensure privacy and ethics compliance (GDPR, Australian Privacy Act)</a:t>
          </a:r>
        </a:p>
      </dgm:t>
    </dgm:pt>
    <dgm:pt modelId="{DEBB1980-D390-42DC-A067-42D428927803}" type="parTrans" cxnId="{E6038534-06A7-4848-BC45-CA34AA109E4E}">
      <dgm:prSet/>
      <dgm:spPr/>
      <dgm:t>
        <a:bodyPr/>
        <a:lstStyle/>
        <a:p>
          <a:endParaRPr lang="en-US"/>
        </a:p>
      </dgm:t>
    </dgm:pt>
    <dgm:pt modelId="{DF516A8A-ADD0-4AB6-A60C-E74ACC133C0E}" type="sibTrans" cxnId="{E6038534-06A7-4848-BC45-CA34AA109E4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E15BB50-1EE8-4F4A-A29E-BF43D6035E1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• Explore scalability for enterprise applications</a:t>
          </a:r>
        </a:p>
      </dgm:t>
    </dgm:pt>
    <dgm:pt modelId="{5E131AA3-A196-4CC9-90CC-980334C0BAEA}" type="parTrans" cxnId="{98927CB3-F2DB-4605-AFD5-E392382E2B99}">
      <dgm:prSet/>
      <dgm:spPr/>
      <dgm:t>
        <a:bodyPr/>
        <a:lstStyle/>
        <a:p>
          <a:endParaRPr lang="en-US"/>
        </a:p>
      </dgm:t>
    </dgm:pt>
    <dgm:pt modelId="{73F83CAB-6A0C-4397-A85C-9D747B6B8344}" type="sibTrans" cxnId="{98927CB3-F2DB-4605-AFD5-E392382E2B99}">
      <dgm:prSet/>
      <dgm:spPr/>
      <dgm:t>
        <a:bodyPr/>
        <a:lstStyle/>
        <a:p>
          <a:endParaRPr lang="en-US"/>
        </a:p>
      </dgm:t>
    </dgm:pt>
    <dgm:pt modelId="{8FAC6D5E-DDA4-4B0B-8930-BC7DC8464684}" type="pres">
      <dgm:prSet presAssocID="{560F3C64-C48E-4C68-BF9F-E5E4610F435E}" presName="root" presStyleCnt="0">
        <dgm:presLayoutVars>
          <dgm:dir/>
          <dgm:resizeHandles val="exact"/>
        </dgm:presLayoutVars>
      </dgm:prSet>
      <dgm:spPr/>
    </dgm:pt>
    <dgm:pt modelId="{3DD88CBD-6303-4DCB-A2D8-7CD4B513571C}" type="pres">
      <dgm:prSet presAssocID="{560F3C64-C48E-4C68-BF9F-E5E4610F435E}" presName="container" presStyleCnt="0">
        <dgm:presLayoutVars>
          <dgm:dir/>
          <dgm:resizeHandles val="exact"/>
        </dgm:presLayoutVars>
      </dgm:prSet>
      <dgm:spPr/>
    </dgm:pt>
    <dgm:pt modelId="{73D645A2-E50F-4FF1-ADA6-E93FE2056433}" type="pres">
      <dgm:prSet presAssocID="{D6BD7B01-06B1-4756-8D64-7B10F953519F}" presName="compNode" presStyleCnt="0"/>
      <dgm:spPr/>
    </dgm:pt>
    <dgm:pt modelId="{7C00B841-36FF-4769-B5A7-15CCF3F676F9}" type="pres">
      <dgm:prSet presAssocID="{D6BD7B01-06B1-4756-8D64-7B10F953519F}" presName="iconBgRect" presStyleLbl="bgShp" presStyleIdx="0" presStyleCnt="5"/>
      <dgm:spPr/>
    </dgm:pt>
    <dgm:pt modelId="{05998A70-853B-41AA-864C-94701E2A5A4F}" type="pres">
      <dgm:prSet presAssocID="{D6BD7B01-06B1-4756-8D64-7B10F953519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D065592D-A05D-4CBA-8D55-0AF4D1A5458C}" type="pres">
      <dgm:prSet presAssocID="{D6BD7B01-06B1-4756-8D64-7B10F953519F}" presName="spaceRect" presStyleCnt="0"/>
      <dgm:spPr/>
    </dgm:pt>
    <dgm:pt modelId="{A30B462A-528B-4B9F-BF31-7FFA2AE41F30}" type="pres">
      <dgm:prSet presAssocID="{D6BD7B01-06B1-4756-8D64-7B10F953519F}" presName="textRect" presStyleLbl="revTx" presStyleIdx="0" presStyleCnt="5">
        <dgm:presLayoutVars>
          <dgm:chMax val="1"/>
          <dgm:chPref val="1"/>
        </dgm:presLayoutVars>
      </dgm:prSet>
      <dgm:spPr/>
    </dgm:pt>
    <dgm:pt modelId="{6B16DAF6-41A7-4812-9546-1BCD8D724D17}" type="pres">
      <dgm:prSet presAssocID="{DDE5F511-D85F-4151-93E3-DBCBA7AD3CFB}" presName="sibTrans" presStyleLbl="sibTrans2D1" presStyleIdx="0" presStyleCnt="0"/>
      <dgm:spPr/>
    </dgm:pt>
    <dgm:pt modelId="{838804A7-189E-4BD3-AACD-1CDC65773C7B}" type="pres">
      <dgm:prSet presAssocID="{6C959D96-F580-4FA7-B834-90BD49EA953C}" presName="compNode" presStyleCnt="0"/>
      <dgm:spPr/>
    </dgm:pt>
    <dgm:pt modelId="{BFF5740A-D8D8-4076-9D31-D691A4721E6F}" type="pres">
      <dgm:prSet presAssocID="{6C959D96-F580-4FA7-B834-90BD49EA953C}" presName="iconBgRect" presStyleLbl="bgShp" presStyleIdx="1" presStyleCnt="5"/>
      <dgm:spPr/>
    </dgm:pt>
    <dgm:pt modelId="{B7C5BA2B-136E-4377-9301-B6CAC52383D0}" type="pres">
      <dgm:prSet presAssocID="{6C959D96-F580-4FA7-B834-90BD49EA953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AE9EBE82-0737-499F-B930-18162B233712}" type="pres">
      <dgm:prSet presAssocID="{6C959D96-F580-4FA7-B834-90BD49EA953C}" presName="spaceRect" presStyleCnt="0"/>
      <dgm:spPr/>
    </dgm:pt>
    <dgm:pt modelId="{C79692C0-FE7D-46D0-80AB-1AF614AA26F8}" type="pres">
      <dgm:prSet presAssocID="{6C959D96-F580-4FA7-B834-90BD49EA953C}" presName="textRect" presStyleLbl="revTx" presStyleIdx="1" presStyleCnt="5">
        <dgm:presLayoutVars>
          <dgm:chMax val="1"/>
          <dgm:chPref val="1"/>
        </dgm:presLayoutVars>
      </dgm:prSet>
      <dgm:spPr/>
    </dgm:pt>
    <dgm:pt modelId="{4D4B5EA8-F71B-4AEF-B62C-77F6E6F714A6}" type="pres">
      <dgm:prSet presAssocID="{4623F5E6-D910-4FBD-85EA-7D4A0EEB30FA}" presName="sibTrans" presStyleLbl="sibTrans2D1" presStyleIdx="0" presStyleCnt="0"/>
      <dgm:spPr/>
    </dgm:pt>
    <dgm:pt modelId="{FF75B8DA-35C7-423F-965B-F217FE6B38CB}" type="pres">
      <dgm:prSet presAssocID="{394B05B9-70D1-4DC8-8342-3F1505F6BA89}" presName="compNode" presStyleCnt="0"/>
      <dgm:spPr/>
    </dgm:pt>
    <dgm:pt modelId="{ADE1BAB8-5407-46EE-8ED6-F84EDE70C085}" type="pres">
      <dgm:prSet presAssocID="{394B05B9-70D1-4DC8-8342-3F1505F6BA89}" presName="iconBgRect" presStyleLbl="bgShp" presStyleIdx="2" presStyleCnt="5"/>
      <dgm:spPr/>
    </dgm:pt>
    <dgm:pt modelId="{B13AD524-8227-4D0D-BE9D-9C19FE1A5CE1}" type="pres">
      <dgm:prSet presAssocID="{394B05B9-70D1-4DC8-8342-3F1505F6BA8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A09491F8-8DD2-443E-813F-95CB27B21350}" type="pres">
      <dgm:prSet presAssocID="{394B05B9-70D1-4DC8-8342-3F1505F6BA89}" presName="spaceRect" presStyleCnt="0"/>
      <dgm:spPr/>
    </dgm:pt>
    <dgm:pt modelId="{CED887BC-6B28-4F8E-A4CB-A8E871079CCF}" type="pres">
      <dgm:prSet presAssocID="{394B05B9-70D1-4DC8-8342-3F1505F6BA89}" presName="textRect" presStyleLbl="revTx" presStyleIdx="2" presStyleCnt="5">
        <dgm:presLayoutVars>
          <dgm:chMax val="1"/>
          <dgm:chPref val="1"/>
        </dgm:presLayoutVars>
      </dgm:prSet>
      <dgm:spPr/>
    </dgm:pt>
    <dgm:pt modelId="{066B225A-B12D-4F6C-B2FB-0BE6F69F9123}" type="pres">
      <dgm:prSet presAssocID="{2EB50F1F-DDE9-4C81-8013-7856D2423241}" presName="sibTrans" presStyleLbl="sibTrans2D1" presStyleIdx="0" presStyleCnt="0"/>
      <dgm:spPr/>
    </dgm:pt>
    <dgm:pt modelId="{58A265BA-D08D-421A-BC2A-59827AEADC5E}" type="pres">
      <dgm:prSet presAssocID="{0C9EDDA3-123A-4262-AF85-086B0257BC74}" presName="compNode" presStyleCnt="0"/>
      <dgm:spPr/>
    </dgm:pt>
    <dgm:pt modelId="{94E76181-B38C-4D3B-9D53-F9192822248A}" type="pres">
      <dgm:prSet presAssocID="{0C9EDDA3-123A-4262-AF85-086B0257BC74}" presName="iconBgRect" presStyleLbl="bgShp" presStyleIdx="3" presStyleCnt="5"/>
      <dgm:spPr/>
    </dgm:pt>
    <dgm:pt modelId="{4CF42A42-3ED6-40E1-9BA6-9BE2C33EBCCF}" type="pres">
      <dgm:prSet presAssocID="{0C9EDDA3-123A-4262-AF85-086B0257BC7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86FCC346-3F16-43B5-B1B9-A9C74636C112}" type="pres">
      <dgm:prSet presAssocID="{0C9EDDA3-123A-4262-AF85-086B0257BC74}" presName="spaceRect" presStyleCnt="0"/>
      <dgm:spPr/>
    </dgm:pt>
    <dgm:pt modelId="{4D27A443-90AD-4629-A7BC-EBB659CA6FB3}" type="pres">
      <dgm:prSet presAssocID="{0C9EDDA3-123A-4262-AF85-086B0257BC74}" presName="textRect" presStyleLbl="revTx" presStyleIdx="3" presStyleCnt="5">
        <dgm:presLayoutVars>
          <dgm:chMax val="1"/>
          <dgm:chPref val="1"/>
        </dgm:presLayoutVars>
      </dgm:prSet>
      <dgm:spPr/>
    </dgm:pt>
    <dgm:pt modelId="{8F370BE3-E301-482D-8D68-16A788F480EB}" type="pres">
      <dgm:prSet presAssocID="{DF516A8A-ADD0-4AB6-A60C-E74ACC133C0E}" presName="sibTrans" presStyleLbl="sibTrans2D1" presStyleIdx="0" presStyleCnt="0"/>
      <dgm:spPr/>
    </dgm:pt>
    <dgm:pt modelId="{0939E6B5-E4B5-4CB1-8F1F-2087CA0A19CE}" type="pres">
      <dgm:prSet presAssocID="{BE15BB50-1EE8-4F4A-A29E-BF43D6035E19}" presName="compNode" presStyleCnt="0"/>
      <dgm:spPr/>
    </dgm:pt>
    <dgm:pt modelId="{B425F2EF-64D5-44B8-A0BA-DC15A15E4BA4}" type="pres">
      <dgm:prSet presAssocID="{BE15BB50-1EE8-4F4A-A29E-BF43D6035E19}" presName="iconBgRect" presStyleLbl="bgShp" presStyleIdx="4" presStyleCnt="5"/>
      <dgm:spPr/>
    </dgm:pt>
    <dgm:pt modelId="{2E7F951B-72C4-4022-A4A2-612141204092}" type="pres">
      <dgm:prSet presAssocID="{BE15BB50-1EE8-4F4A-A29E-BF43D6035E1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A68A0BB-46DF-477E-A4F4-6E3C0439E8FA}" type="pres">
      <dgm:prSet presAssocID="{BE15BB50-1EE8-4F4A-A29E-BF43D6035E19}" presName="spaceRect" presStyleCnt="0"/>
      <dgm:spPr/>
    </dgm:pt>
    <dgm:pt modelId="{6B2F33E5-CFE5-4E6F-89C3-96E65901E722}" type="pres">
      <dgm:prSet presAssocID="{BE15BB50-1EE8-4F4A-A29E-BF43D6035E1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C3E8321-EBF5-4030-B62E-D07E52E92A5B}" type="presOf" srcId="{4623F5E6-D910-4FBD-85EA-7D4A0EEB30FA}" destId="{4D4B5EA8-F71B-4AEF-B62C-77F6E6F714A6}" srcOrd="0" destOrd="0" presId="urn:microsoft.com/office/officeart/2018/2/layout/IconCircleList"/>
    <dgm:cxn modelId="{9D0B712C-A71C-4301-A146-31EFF8C54AD8}" type="presOf" srcId="{0C9EDDA3-123A-4262-AF85-086B0257BC74}" destId="{4D27A443-90AD-4629-A7BC-EBB659CA6FB3}" srcOrd="0" destOrd="0" presId="urn:microsoft.com/office/officeart/2018/2/layout/IconCircleList"/>
    <dgm:cxn modelId="{E6038534-06A7-4848-BC45-CA34AA109E4E}" srcId="{560F3C64-C48E-4C68-BF9F-E5E4610F435E}" destId="{0C9EDDA3-123A-4262-AF85-086B0257BC74}" srcOrd="3" destOrd="0" parTransId="{DEBB1980-D390-42DC-A067-42D428927803}" sibTransId="{DF516A8A-ADD0-4AB6-A60C-E74ACC133C0E}"/>
    <dgm:cxn modelId="{84812C69-5D13-498F-85B8-35D9DD280144}" type="presOf" srcId="{DDE5F511-D85F-4151-93E3-DBCBA7AD3CFB}" destId="{6B16DAF6-41A7-4812-9546-1BCD8D724D17}" srcOrd="0" destOrd="0" presId="urn:microsoft.com/office/officeart/2018/2/layout/IconCircleList"/>
    <dgm:cxn modelId="{582D004E-E3B1-4E4D-8078-CBF1832FB5A7}" srcId="{560F3C64-C48E-4C68-BF9F-E5E4610F435E}" destId="{6C959D96-F580-4FA7-B834-90BD49EA953C}" srcOrd="1" destOrd="0" parTransId="{CDB915C9-CA72-49AD-B193-68C9897C620C}" sibTransId="{4623F5E6-D910-4FBD-85EA-7D4A0EEB30FA}"/>
    <dgm:cxn modelId="{076C004F-834F-44EF-8CB9-B5FF4DC02E67}" type="presOf" srcId="{6C959D96-F580-4FA7-B834-90BD49EA953C}" destId="{C79692C0-FE7D-46D0-80AB-1AF614AA26F8}" srcOrd="0" destOrd="0" presId="urn:microsoft.com/office/officeart/2018/2/layout/IconCircleList"/>
    <dgm:cxn modelId="{5AC7D757-399B-44D0-BF2E-4172A05D6F07}" srcId="{560F3C64-C48E-4C68-BF9F-E5E4610F435E}" destId="{394B05B9-70D1-4DC8-8342-3F1505F6BA89}" srcOrd="2" destOrd="0" parTransId="{D3B4885D-83AD-4AEF-88FD-C6DB02BE4ADB}" sibTransId="{2EB50F1F-DDE9-4C81-8013-7856D2423241}"/>
    <dgm:cxn modelId="{E4569283-AB61-4176-8CDC-62C241C5EE5F}" type="presOf" srcId="{394B05B9-70D1-4DC8-8342-3F1505F6BA89}" destId="{CED887BC-6B28-4F8E-A4CB-A8E871079CCF}" srcOrd="0" destOrd="0" presId="urn:microsoft.com/office/officeart/2018/2/layout/IconCircleList"/>
    <dgm:cxn modelId="{AF3A9284-3619-4B63-9352-8EF269A611E7}" type="presOf" srcId="{DF516A8A-ADD0-4AB6-A60C-E74ACC133C0E}" destId="{8F370BE3-E301-482D-8D68-16A788F480EB}" srcOrd="0" destOrd="0" presId="urn:microsoft.com/office/officeart/2018/2/layout/IconCircleList"/>
    <dgm:cxn modelId="{9260EB88-449C-445F-AA38-2B31C9EB8914}" type="presOf" srcId="{560F3C64-C48E-4C68-BF9F-E5E4610F435E}" destId="{8FAC6D5E-DDA4-4B0B-8930-BC7DC8464684}" srcOrd="0" destOrd="0" presId="urn:microsoft.com/office/officeart/2018/2/layout/IconCircleList"/>
    <dgm:cxn modelId="{98927CB3-F2DB-4605-AFD5-E392382E2B99}" srcId="{560F3C64-C48E-4C68-BF9F-E5E4610F435E}" destId="{BE15BB50-1EE8-4F4A-A29E-BF43D6035E19}" srcOrd="4" destOrd="0" parTransId="{5E131AA3-A196-4CC9-90CC-980334C0BAEA}" sibTransId="{73F83CAB-6A0C-4397-A85C-9D747B6B8344}"/>
    <dgm:cxn modelId="{1050A7BE-B409-4518-9F2A-EA188E669B12}" type="presOf" srcId="{BE15BB50-1EE8-4F4A-A29E-BF43D6035E19}" destId="{6B2F33E5-CFE5-4E6F-89C3-96E65901E722}" srcOrd="0" destOrd="0" presId="urn:microsoft.com/office/officeart/2018/2/layout/IconCircleList"/>
    <dgm:cxn modelId="{38E6D6C4-AFC9-491C-AF88-79905CEA2645}" type="presOf" srcId="{D6BD7B01-06B1-4756-8D64-7B10F953519F}" destId="{A30B462A-528B-4B9F-BF31-7FFA2AE41F30}" srcOrd="0" destOrd="0" presId="urn:microsoft.com/office/officeart/2018/2/layout/IconCircleList"/>
    <dgm:cxn modelId="{A8E456FE-7D3D-4F31-BB4D-15473745E919}" srcId="{560F3C64-C48E-4C68-BF9F-E5E4610F435E}" destId="{D6BD7B01-06B1-4756-8D64-7B10F953519F}" srcOrd="0" destOrd="0" parTransId="{4632D0C2-F03D-4D35-8382-610AA1AA5341}" sibTransId="{DDE5F511-D85F-4151-93E3-DBCBA7AD3CFB}"/>
    <dgm:cxn modelId="{4E49A2FE-383D-4E24-B5B3-0CD46CE9A8A6}" type="presOf" srcId="{2EB50F1F-DDE9-4C81-8013-7856D2423241}" destId="{066B225A-B12D-4F6C-B2FB-0BE6F69F9123}" srcOrd="0" destOrd="0" presId="urn:microsoft.com/office/officeart/2018/2/layout/IconCircleList"/>
    <dgm:cxn modelId="{14F46D1D-710A-4C0E-8111-02DCFA08E8E8}" type="presParOf" srcId="{8FAC6D5E-DDA4-4B0B-8930-BC7DC8464684}" destId="{3DD88CBD-6303-4DCB-A2D8-7CD4B513571C}" srcOrd="0" destOrd="0" presId="urn:microsoft.com/office/officeart/2018/2/layout/IconCircleList"/>
    <dgm:cxn modelId="{AC8D34D4-ECD8-45B5-B457-5AC90C8B2B2D}" type="presParOf" srcId="{3DD88CBD-6303-4DCB-A2D8-7CD4B513571C}" destId="{73D645A2-E50F-4FF1-ADA6-E93FE2056433}" srcOrd="0" destOrd="0" presId="urn:microsoft.com/office/officeart/2018/2/layout/IconCircleList"/>
    <dgm:cxn modelId="{B5DD18C5-51C1-4E71-9346-D61B816F106E}" type="presParOf" srcId="{73D645A2-E50F-4FF1-ADA6-E93FE2056433}" destId="{7C00B841-36FF-4769-B5A7-15CCF3F676F9}" srcOrd="0" destOrd="0" presId="urn:microsoft.com/office/officeart/2018/2/layout/IconCircleList"/>
    <dgm:cxn modelId="{D31BCE5B-85BD-4093-BA76-40565B2A2F69}" type="presParOf" srcId="{73D645A2-E50F-4FF1-ADA6-E93FE2056433}" destId="{05998A70-853B-41AA-864C-94701E2A5A4F}" srcOrd="1" destOrd="0" presId="urn:microsoft.com/office/officeart/2018/2/layout/IconCircleList"/>
    <dgm:cxn modelId="{CD8ACE71-9233-41EB-BE17-DCA9AB099984}" type="presParOf" srcId="{73D645A2-E50F-4FF1-ADA6-E93FE2056433}" destId="{D065592D-A05D-4CBA-8D55-0AF4D1A5458C}" srcOrd="2" destOrd="0" presId="urn:microsoft.com/office/officeart/2018/2/layout/IconCircleList"/>
    <dgm:cxn modelId="{2D307DBF-F158-4A19-9640-D79C48FF8092}" type="presParOf" srcId="{73D645A2-E50F-4FF1-ADA6-E93FE2056433}" destId="{A30B462A-528B-4B9F-BF31-7FFA2AE41F30}" srcOrd="3" destOrd="0" presId="urn:microsoft.com/office/officeart/2018/2/layout/IconCircleList"/>
    <dgm:cxn modelId="{CA3E68BC-6F3B-448E-87C0-671ED2BFA76D}" type="presParOf" srcId="{3DD88CBD-6303-4DCB-A2D8-7CD4B513571C}" destId="{6B16DAF6-41A7-4812-9546-1BCD8D724D17}" srcOrd="1" destOrd="0" presId="urn:microsoft.com/office/officeart/2018/2/layout/IconCircleList"/>
    <dgm:cxn modelId="{900E5500-D965-4EE4-A45F-61E8E0CCCEBB}" type="presParOf" srcId="{3DD88CBD-6303-4DCB-A2D8-7CD4B513571C}" destId="{838804A7-189E-4BD3-AACD-1CDC65773C7B}" srcOrd="2" destOrd="0" presId="urn:microsoft.com/office/officeart/2018/2/layout/IconCircleList"/>
    <dgm:cxn modelId="{8CB809B7-ECE0-474A-82B2-854F4344A27B}" type="presParOf" srcId="{838804A7-189E-4BD3-AACD-1CDC65773C7B}" destId="{BFF5740A-D8D8-4076-9D31-D691A4721E6F}" srcOrd="0" destOrd="0" presId="urn:microsoft.com/office/officeart/2018/2/layout/IconCircleList"/>
    <dgm:cxn modelId="{83720ECC-718A-4306-93D9-6AECF6E43C6C}" type="presParOf" srcId="{838804A7-189E-4BD3-AACD-1CDC65773C7B}" destId="{B7C5BA2B-136E-4377-9301-B6CAC52383D0}" srcOrd="1" destOrd="0" presId="urn:microsoft.com/office/officeart/2018/2/layout/IconCircleList"/>
    <dgm:cxn modelId="{32A3200E-1173-42C9-B5AB-92E3C9B1853C}" type="presParOf" srcId="{838804A7-189E-4BD3-AACD-1CDC65773C7B}" destId="{AE9EBE82-0737-499F-B930-18162B233712}" srcOrd="2" destOrd="0" presId="urn:microsoft.com/office/officeart/2018/2/layout/IconCircleList"/>
    <dgm:cxn modelId="{ECBD4D9B-4EE4-4401-ACF9-97E96B11138B}" type="presParOf" srcId="{838804A7-189E-4BD3-AACD-1CDC65773C7B}" destId="{C79692C0-FE7D-46D0-80AB-1AF614AA26F8}" srcOrd="3" destOrd="0" presId="urn:microsoft.com/office/officeart/2018/2/layout/IconCircleList"/>
    <dgm:cxn modelId="{2CF0E395-BBC7-4E66-AC66-6064FCB5CA1D}" type="presParOf" srcId="{3DD88CBD-6303-4DCB-A2D8-7CD4B513571C}" destId="{4D4B5EA8-F71B-4AEF-B62C-77F6E6F714A6}" srcOrd="3" destOrd="0" presId="urn:microsoft.com/office/officeart/2018/2/layout/IconCircleList"/>
    <dgm:cxn modelId="{AC33836F-2E29-44F6-A635-0D7F58A7E0F9}" type="presParOf" srcId="{3DD88CBD-6303-4DCB-A2D8-7CD4B513571C}" destId="{FF75B8DA-35C7-423F-965B-F217FE6B38CB}" srcOrd="4" destOrd="0" presId="urn:microsoft.com/office/officeart/2018/2/layout/IconCircleList"/>
    <dgm:cxn modelId="{38D2A3EB-B219-4435-AA09-03E5E0AC13F2}" type="presParOf" srcId="{FF75B8DA-35C7-423F-965B-F217FE6B38CB}" destId="{ADE1BAB8-5407-46EE-8ED6-F84EDE70C085}" srcOrd="0" destOrd="0" presId="urn:microsoft.com/office/officeart/2018/2/layout/IconCircleList"/>
    <dgm:cxn modelId="{2456114D-C7CB-4F1D-9E3E-F670180E3AFC}" type="presParOf" srcId="{FF75B8DA-35C7-423F-965B-F217FE6B38CB}" destId="{B13AD524-8227-4D0D-BE9D-9C19FE1A5CE1}" srcOrd="1" destOrd="0" presId="urn:microsoft.com/office/officeart/2018/2/layout/IconCircleList"/>
    <dgm:cxn modelId="{831B6196-19C3-414A-B3CE-DD857E29C53A}" type="presParOf" srcId="{FF75B8DA-35C7-423F-965B-F217FE6B38CB}" destId="{A09491F8-8DD2-443E-813F-95CB27B21350}" srcOrd="2" destOrd="0" presId="urn:microsoft.com/office/officeart/2018/2/layout/IconCircleList"/>
    <dgm:cxn modelId="{CE61AAC5-6B55-4AF9-BCB1-E606E1B83C81}" type="presParOf" srcId="{FF75B8DA-35C7-423F-965B-F217FE6B38CB}" destId="{CED887BC-6B28-4F8E-A4CB-A8E871079CCF}" srcOrd="3" destOrd="0" presId="urn:microsoft.com/office/officeart/2018/2/layout/IconCircleList"/>
    <dgm:cxn modelId="{AD56EBEF-5407-4EE1-B9FE-DF4493F31B9C}" type="presParOf" srcId="{3DD88CBD-6303-4DCB-A2D8-7CD4B513571C}" destId="{066B225A-B12D-4F6C-B2FB-0BE6F69F9123}" srcOrd="5" destOrd="0" presId="urn:microsoft.com/office/officeart/2018/2/layout/IconCircleList"/>
    <dgm:cxn modelId="{63F05E84-E718-4760-8255-E0C3E5FDD21A}" type="presParOf" srcId="{3DD88CBD-6303-4DCB-A2D8-7CD4B513571C}" destId="{58A265BA-D08D-421A-BC2A-59827AEADC5E}" srcOrd="6" destOrd="0" presId="urn:microsoft.com/office/officeart/2018/2/layout/IconCircleList"/>
    <dgm:cxn modelId="{195E563F-F12B-4A15-8794-20E396119BF4}" type="presParOf" srcId="{58A265BA-D08D-421A-BC2A-59827AEADC5E}" destId="{94E76181-B38C-4D3B-9D53-F9192822248A}" srcOrd="0" destOrd="0" presId="urn:microsoft.com/office/officeart/2018/2/layout/IconCircleList"/>
    <dgm:cxn modelId="{0B3A6623-C0DC-4AF6-AC26-71703845B889}" type="presParOf" srcId="{58A265BA-D08D-421A-BC2A-59827AEADC5E}" destId="{4CF42A42-3ED6-40E1-9BA6-9BE2C33EBCCF}" srcOrd="1" destOrd="0" presId="urn:microsoft.com/office/officeart/2018/2/layout/IconCircleList"/>
    <dgm:cxn modelId="{865326E2-6D7A-4E55-B3BB-8B67A9D35DCA}" type="presParOf" srcId="{58A265BA-D08D-421A-BC2A-59827AEADC5E}" destId="{86FCC346-3F16-43B5-B1B9-A9C74636C112}" srcOrd="2" destOrd="0" presId="urn:microsoft.com/office/officeart/2018/2/layout/IconCircleList"/>
    <dgm:cxn modelId="{724D3091-1477-4AB3-BB04-B288C64CC51C}" type="presParOf" srcId="{58A265BA-D08D-421A-BC2A-59827AEADC5E}" destId="{4D27A443-90AD-4629-A7BC-EBB659CA6FB3}" srcOrd="3" destOrd="0" presId="urn:microsoft.com/office/officeart/2018/2/layout/IconCircleList"/>
    <dgm:cxn modelId="{469DB0DC-1110-4FE2-B49D-66C12693D64C}" type="presParOf" srcId="{3DD88CBD-6303-4DCB-A2D8-7CD4B513571C}" destId="{8F370BE3-E301-482D-8D68-16A788F480EB}" srcOrd="7" destOrd="0" presId="urn:microsoft.com/office/officeart/2018/2/layout/IconCircleList"/>
    <dgm:cxn modelId="{A761C552-BBFF-49A1-BA66-1575B5773FE4}" type="presParOf" srcId="{3DD88CBD-6303-4DCB-A2D8-7CD4B513571C}" destId="{0939E6B5-E4B5-4CB1-8F1F-2087CA0A19CE}" srcOrd="8" destOrd="0" presId="urn:microsoft.com/office/officeart/2018/2/layout/IconCircleList"/>
    <dgm:cxn modelId="{9DECB850-A329-4218-9B9E-5D95780BF108}" type="presParOf" srcId="{0939E6B5-E4B5-4CB1-8F1F-2087CA0A19CE}" destId="{B425F2EF-64D5-44B8-A0BA-DC15A15E4BA4}" srcOrd="0" destOrd="0" presId="urn:microsoft.com/office/officeart/2018/2/layout/IconCircleList"/>
    <dgm:cxn modelId="{438D0BBB-09C3-4781-99A8-122472BC15AB}" type="presParOf" srcId="{0939E6B5-E4B5-4CB1-8F1F-2087CA0A19CE}" destId="{2E7F951B-72C4-4022-A4A2-612141204092}" srcOrd="1" destOrd="0" presId="urn:microsoft.com/office/officeart/2018/2/layout/IconCircleList"/>
    <dgm:cxn modelId="{5FD80507-A37A-44BD-8626-BBBFDFBFEEDD}" type="presParOf" srcId="{0939E6B5-E4B5-4CB1-8F1F-2087CA0A19CE}" destId="{EA68A0BB-46DF-477E-A4F4-6E3C0439E8FA}" srcOrd="2" destOrd="0" presId="urn:microsoft.com/office/officeart/2018/2/layout/IconCircleList"/>
    <dgm:cxn modelId="{FDC1FD77-E0EC-4955-89B9-971267F7735A}" type="presParOf" srcId="{0939E6B5-E4B5-4CB1-8F1F-2087CA0A19CE}" destId="{6B2F33E5-CFE5-4E6F-89C3-96E65901E72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FD2383-66D5-4C28-8E3A-BFCEC1C961C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35AAE6-D8FC-431D-A3ED-610025FA71A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baseline="0" dirty="0"/>
            <a:t>Behavioral biometrics foundations (Revett, 2019; Banerjee &amp; Woodard, 2020).</a:t>
          </a:r>
          <a:endParaRPr lang="en-US" sz="2000" dirty="0"/>
        </a:p>
      </dgm:t>
    </dgm:pt>
    <dgm:pt modelId="{41CB3626-A9D6-46F2-B276-BCACFB005242}" type="parTrans" cxnId="{EF97EE00-D40E-4C61-9827-42A41C9F3C4E}">
      <dgm:prSet/>
      <dgm:spPr/>
      <dgm:t>
        <a:bodyPr/>
        <a:lstStyle/>
        <a:p>
          <a:endParaRPr lang="en-US"/>
        </a:p>
      </dgm:t>
    </dgm:pt>
    <dgm:pt modelId="{514E4E03-C185-4DE7-8393-6F7C6A2CD97C}" type="sibTrans" cxnId="{EF97EE00-D40E-4C61-9827-42A41C9F3C4E}">
      <dgm:prSet/>
      <dgm:spPr/>
      <dgm:t>
        <a:bodyPr/>
        <a:lstStyle/>
        <a:p>
          <a:endParaRPr lang="en-US"/>
        </a:p>
      </dgm:t>
    </dgm:pt>
    <dgm:pt modelId="{12728858-195B-49E5-87FF-AAED1E0D914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baseline="0" dirty="0"/>
            <a:t>Machine learning advances in keystroke dynamics (</a:t>
          </a:r>
          <a:r>
            <a:rPr lang="en-US" sz="2000" b="0" i="0" baseline="0" dirty="0" err="1"/>
            <a:t>Killourhy</a:t>
          </a:r>
          <a:r>
            <a:rPr lang="en-US" sz="2000" b="0" i="0" baseline="0" dirty="0"/>
            <a:t> &amp; Maxion, 2021; Ahmed et al., 2023).</a:t>
          </a:r>
          <a:endParaRPr lang="en-US" sz="2000" dirty="0"/>
        </a:p>
      </dgm:t>
    </dgm:pt>
    <dgm:pt modelId="{DBF40E97-A11E-4A5F-B0EC-4383A5A5FA6F}" type="parTrans" cxnId="{6DA4B8E2-2899-40D2-B3C0-A3E9404A8928}">
      <dgm:prSet/>
      <dgm:spPr/>
      <dgm:t>
        <a:bodyPr/>
        <a:lstStyle/>
        <a:p>
          <a:endParaRPr lang="en-US"/>
        </a:p>
      </dgm:t>
    </dgm:pt>
    <dgm:pt modelId="{48DFA0FE-5D54-434A-BF88-B27855E53AE6}" type="sibTrans" cxnId="{6DA4B8E2-2899-40D2-B3C0-A3E9404A8928}">
      <dgm:prSet/>
      <dgm:spPr/>
      <dgm:t>
        <a:bodyPr/>
        <a:lstStyle/>
        <a:p>
          <a:endParaRPr lang="en-US"/>
        </a:p>
      </dgm:t>
    </dgm:pt>
    <dgm:pt modelId="{D1D6A59A-E9A9-4424-BB13-FA3EBCC0607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baseline="0" dirty="0"/>
            <a:t>Existing tools: CMU Keystroke Dataset, IKDD Dataset, </a:t>
          </a:r>
          <a:r>
            <a:rPr lang="en-US" sz="2000" b="0" i="0" baseline="0" dirty="0" err="1"/>
            <a:t>XGBoost</a:t>
          </a:r>
          <a:r>
            <a:rPr lang="en-US" sz="2000" b="0" i="0" baseline="0" dirty="0"/>
            <a:t> frameworks</a:t>
          </a:r>
          <a:r>
            <a:rPr lang="en-US" sz="2100" b="0" i="0" baseline="0" dirty="0"/>
            <a:t>.</a:t>
          </a:r>
          <a:endParaRPr lang="en-US" sz="2100" dirty="0"/>
        </a:p>
      </dgm:t>
    </dgm:pt>
    <dgm:pt modelId="{9B372F99-B388-474A-90AA-2C7D997A8BD8}" type="parTrans" cxnId="{903342EF-A19A-4360-B1A0-669B48E318C4}">
      <dgm:prSet/>
      <dgm:spPr/>
      <dgm:t>
        <a:bodyPr/>
        <a:lstStyle/>
        <a:p>
          <a:endParaRPr lang="en-US"/>
        </a:p>
      </dgm:t>
    </dgm:pt>
    <dgm:pt modelId="{A212C86D-EEF4-4B1A-8D91-F78814C71CE6}" type="sibTrans" cxnId="{903342EF-A19A-4360-B1A0-669B48E318C4}">
      <dgm:prSet/>
      <dgm:spPr/>
      <dgm:t>
        <a:bodyPr/>
        <a:lstStyle/>
        <a:p>
          <a:endParaRPr lang="en-US"/>
        </a:p>
      </dgm:t>
    </dgm:pt>
    <dgm:pt modelId="{F22650E1-0F73-4FCC-9277-4B28AD9CD92A}" type="pres">
      <dgm:prSet presAssocID="{16FD2383-66D5-4C28-8E3A-BFCEC1C961C8}" presName="root" presStyleCnt="0">
        <dgm:presLayoutVars>
          <dgm:dir/>
          <dgm:resizeHandles val="exact"/>
        </dgm:presLayoutVars>
      </dgm:prSet>
      <dgm:spPr/>
    </dgm:pt>
    <dgm:pt modelId="{66D8EBE8-C6A5-4B05-ACE6-41E32B1565C6}" type="pres">
      <dgm:prSet presAssocID="{5E35AAE6-D8FC-431D-A3ED-610025FA71A7}" presName="compNode" presStyleCnt="0"/>
      <dgm:spPr/>
    </dgm:pt>
    <dgm:pt modelId="{88EBFC03-D9F2-426F-8420-FF7963D132B2}" type="pres">
      <dgm:prSet presAssocID="{5E35AAE6-D8FC-431D-A3ED-610025FA71A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bbles"/>
        </a:ext>
      </dgm:extLst>
    </dgm:pt>
    <dgm:pt modelId="{8ED96F78-97BA-4A13-945B-AD1A8C47C96E}" type="pres">
      <dgm:prSet presAssocID="{5E35AAE6-D8FC-431D-A3ED-610025FA71A7}" presName="spaceRect" presStyleCnt="0"/>
      <dgm:spPr/>
    </dgm:pt>
    <dgm:pt modelId="{6B022EA3-2831-47BA-8D0C-6E313570D0D5}" type="pres">
      <dgm:prSet presAssocID="{5E35AAE6-D8FC-431D-A3ED-610025FA71A7}" presName="textRect" presStyleLbl="revTx" presStyleIdx="0" presStyleCnt="3">
        <dgm:presLayoutVars>
          <dgm:chMax val="1"/>
          <dgm:chPref val="1"/>
        </dgm:presLayoutVars>
      </dgm:prSet>
      <dgm:spPr/>
    </dgm:pt>
    <dgm:pt modelId="{AF0B4B97-ED0B-43EC-8447-67BF6891DA41}" type="pres">
      <dgm:prSet presAssocID="{514E4E03-C185-4DE7-8393-6F7C6A2CD97C}" presName="sibTrans" presStyleCnt="0"/>
      <dgm:spPr/>
    </dgm:pt>
    <dgm:pt modelId="{54F4B8AD-3A9C-4377-8C6D-C51C51FC8857}" type="pres">
      <dgm:prSet presAssocID="{12728858-195B-49E5-87FF-AAED1E0D9144}" presName="compNode" presStyleCnt="0"/>
      <dgm:spPr/>
    </dgm:pt>
    <dgm:pt modelId="{C6E72003-AB7E-41E7-A946-B5A605C8E0A6}" type="pres">
      <dgm:prSet presAssocID="{12728858-195B-49E5-87FF-AAED1E0D914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061C5374-01AE-4B77-BF87-4A95A0F20318}" type="pres">
      <dgm:prSet presAssocID="{12728858-195B-49E5-87FF-AAED1E0D9144}" presName="spaceRect" presStyleCnt="0"/>
      <dgm:spPr/>
    </dgm:pt>
    <dgm:pt modelId="{7FC443C5-B2EA-425A-98F9-574283B853FD}" type="pres">
      <dgm:prSet presAssocID="{12728858-195B-49E5-87FF-AAED1E0D9144}" presName="textRect" presStyleLbl="revTx" presStyleIdx="1" presStyleCnt="3">
        <dgm:presLayoutVars>
          <dgm:chMax val="1"/>
          <dgm:chPref val="1"/>
        </dgm:presLayoutVars>
      </dgm:prSet>
      <dgm:spPr/>
    </dgm:pt>
    <dgm:pt modelId="{A2041D56-55EB-44CD-B79C-B69C9E205B0E}" type="pres">
      <dgm:prSet presAssocID="{48DFA0FE-5D54-434A-BF88-B27855E53AE6}" presName="sibTrans" presStyleCnt="0"/>
      <dgm:spPr/>
    </dgm:pt>
    <dgm:pt modelId="{CE5A30DF-7BEF-4557-A28D-3AE14820590E}" type="pres">
      <dgm:prSet presAssocID="{D1D6A59A-E9A9-4424-BB13-FA3EBCC0607E}" presName="compNode" presStyleCnt="0"/>
      <dgm:spPr/>
    </dgm:pt>
    <dgm:pt modelId="{545947E7-3401-41B9-A443-4BAC3F654FEC}" type="pres">
      <dgm:prSet presAssocID="{D1D6A59A-E9A9-4424-BB13-FA3EBCC0607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621C1BBC-9A83-4DB7-909C-23D69E7A55B9}" type="pres">
      <dgm:prSet presAssocID="{D1D6A59A-E9A9-4424-BB13-FA3EBCC0607E}" presName="spaceRect" presStyleCnt="0"/>
      <dgm:spPr/>
    </dgm:pt>
    <dgm:pt modelId="{DEB3675A-FC9F-4EE2-A75C-4AB2BC8B6653}" type="pres">
      <dgm:prSet presAssocID="{D1D6A59A-E9A9-4424-BB13-FA3EBCC0607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F97EE00-D40E-4C61-9827-42A41C9F3C4E}" srcId="{16FD2383-66D5-4C28-8E3A-BFCEC1C961C8}" destId="{5E35AAE6-D8FC-431D-A3ED-610025FA71A7}" srcOrd="0" destOrd="0" parTransId="{41CB3626-A9D6-46F2-B276-BCACFB005242}" sibTransId="{514E4E03-C185-4DE7-8393-6F7C6A2CD97C}"/>
    <dgm:cxn modelId="{32F60B6C-1AD4-40F4-8469-CE930051FDD6}" type="presOf" srcId="{5E35AAE6-D8FC-431D-A3ED-610025FA71A7}" destId="{6B022EA3-2831-47BA-8D0C-6E313570D0D5}" srcOrd="0" destOrd="0" presId="urn:microsoft.com/office/officeart/2018/2/layout/IconLabelList"/>
    <dgm:cxn modelId="{80977D75-8E20-43DD-B4B2-2500ED9B0FF5}" type="presOf" srcId="{12728858-195B-49E5-87FF-AAED1E0D9144}" destId="{7FC443C5-B2EA-425A-98F9-574283B853FD}" srcOrd="0" destOrd="0" presId="urn:microsoft.com/office/officeart/2018/2/layout/IconLabelList"/>
    <dgm:cxn modelId="{90308BDC-C3DC-4EBC-B421-7F3F9D891D66}" type="presOf" srcId="{D1D6A59A-E9A9-4424-BB13-FA3EBCC0607E}" destId="{DEB3675A-FC9F-4EE2-A75C-4AB2BC8B6653}" srcOrd="0" destOrd="0" presId="urn:microsoft.com/office/officeart/2018/2/layout/IconLabelList"/>
    <dgm:cxn modelId="{6DA4B8E2-2899-40D2-B3C0-A3E9404A8928}" srcId="{16FD2383-66D5-4C28-8E3A-BFCEC1C961C8}" destId="{12728858-195B-49E5-87FF-AAED1E0D9144}" srcOrd="1" destOrd="0" parTransId="{DBF40E97-A11E-4A5F-B0EC-4383A5A5FA6F}" sibTransId="{48DFA0FE-5D54-434A-BF88-B27855E53AE6}"/>
    <dgm:cxn modelId="{903342EF-A19A-4360-B1A0-669B48E318C4}" srcId="{16FD2383-66D5-4C28-8E3A-BFCEC1C961C8}" destId="{D1D6A59A-E9A9-4424-BB13-FA3EBCC0607E}" srcOrd="2" destOrd="0" parTransId="{9B372F99-B388-474A-90AA-2C7D997A8BD8}" sibTransId="{A212C86D-EEF4-4B1A-8D91-F78814C71CE6}"/>
    <dgm:cxn modelId="{24A7ADFA-F5E7-434A-BEFA-BBE4D80F86D2}" type="presOf" srcId="{16FD2383-66D5-4C28-8E3A-BFCEC1C961C8}" destId="{F22650E1-0F73-4FCC-9277-4B28AD9CD92A}" srcOrd="0" destOrd="0" presId="urn:microsoft.com/office/officeart/2018/2/layout/IconLabelList"/>
    <dgm:cxn modelId="{CA641DBF-490B-4187-9554-8F9755158A73}" type="presParOf" srcId="{F22650E1-0F73-4FCC-9277-4B28AD9CD92A}" destId="{66D8EBE8-C6A5-4B05-ACE6-41E32B1565C6}" srcOrd="0" destOrd="0" presId="urn:microsoft.com/office/officeart/2018/2/layout/IconLabelList"/>
    <dgm:cxn modelId="{00C20D44-B621-45D5-B28C-FF0DAD3577C1}" type="presParOf" srcId="{66D8EBE8-C6A5-4B05-ACE6-41E32B1565C6}" destId="{88EBFC03-D9F2-426F-8420-FF7963D132B2}" srcOrd="0" destOrd="0" presId="urn:microsoft.com/office/officeart/2018/2/layout/IconLabelList"/>
    <dgm:cxn modelId="{6B530F8F-F48F-4512-A15A-7B5FD9D722BD}" type="presParOf" srcId="{66D8EBE8-C6A5-4B05-ACE6-41E32B1565C6}" destId="{8ED96F78-97BA-4A13-945B-AD1A8C47C96E}" srcOrd="1" destOrd="0" presId="urn:microsoft.com/office/officeart/2018/2/layout/IconLabelList"/>
    <dgm:cxn modelId="{ADD4527A-C818-4431-8AF1-761FE1994F63}" type="presParOf" srcId="{66D8EBE8-C6A5-4B05-ACE6-41E32B1565C6}" destId="{6B022EA3-2831-47BA-8D0C-6E313570D0D5}" srcOrd="2" destOrd="0" presId="urn:microsoft.com/office/officeart/2018/2/layout/IconLabelList"/>
    <dgm:cxn modelId="{0B519291-D650-4593-8816-25589FE67898}" type="presParOf" srcId="{F22650E1-0F73-4FCC-9277-4B28AD9CD92A}" destId="{AF0B4B97-ED0B-43EC-8447-67BF6891DA41}" srcOrd="1" destOrd="0" presId="urn:microsoft.com/office/officeart/2018/2/layout/IconLabelList"/>
    <dgm:cxn modelId="{B9D6FF3C-7CB3-491F-9DD2-CBAAEDCBC749}" type="presParOf" srcId="{F22650E1-0F73-4FCC-9277-4B28AD9CD92A}" destId="{54F4B8AD-3A9C-4377-8C6D-C51C51FC8857}" srcOrd="2" destOrd="0" presId="urn:microsoft.com/office/officeart/2018/2/layout/IconLabelList"/>
    <dgm:cxn modelId="{60ABADDE-9938-413A-985D-05E8F341B875}" type="presParOf" srcId="{54F4B8AD-3A9C-4377-8C6D-C51C51FC8857}" destId="{C6E72003-AB7E-41E7-A946-B5A605C8E0A6}" srcOrd="0" destOrd="0" presId="urn:microsoft.com/office/officeart/2018/2/layout/IconLabelList"/>
    <dgm:cxn modelId="{939317B8-95F8-47C2-9A33-FCD2BBC67DE9}" type="presParOf" srcId="{54F4B8AD-3A9C-4377-8C6D-C51C51FC8857}" destId="{061C5374-01AE-4B77-BF87-4A95A0F20318}" srcOrd="1" destOrd="0" presId="urn:microsoft.com/office/officeart/2018/2/layout/IconLabelList"/>
    <dgm:cxn modelId="{B88A4159-20D3-49A0-9C23-7580386D5AE5}" type="presParOf" srcId="{54F4B8AD-3A9C-4377-8C6D-C51C51FC8857}" destId="{7FC443C5-B2EA-425A-98F9-574283B853FD}" srcOrd="2" destOrd="0" presId="urn:microsoft.com/office/officeart/2018/2/layout/IconLabelList"/>
    <dgm:cxn modelId="{F619E21B-10FF-4C25-A839-E847B716D753}" type="presParOf" srcId="{F22650E1-0F73-4FCC-9277-4B28AD9CD92A}" destId="{A2041D56-55EB-44CD-B79C-B69C9E205B0E}" srcOrd="3" destOrd="0" presId="urn:microsoft.com/office/officeart/2018/2/layout/IconLabelList"/>
    <dgm:cxn modelId="{0299CCB3-D54E-4F29-ADF4-31DDB1A13B7A}" type="presParOf" srcId="{F22650E1-0F73-4FCC-9277-4B28AD9CD92A}" destId="{CE5A30DF-7BEF-4557-A28D-3AE14820590E}" srcOrd="4" destOrd="0" presId="urn:microsoft.com/office/officeart/2018/2/layout/IconLabelList"/>
    <dgm:cxn modelId="{7E79A575-8587-4927-AC82-4F45D629A43C}" type="presParOf" srcId="{CE5A30DF-7BEF-4557-A28D-3AE14820590E}" destId="{545947E7-3401-41B9-A443-4BAC3F654FEC}" srcOrd="0" destOrd="0" presId="urn:microsoft.com/office/officeart/2018/2/layout/IconLabelList"/>
    <dgm:cxn modelId="{2266ED20-24F8-49A8-83E3-7F28ACD5013E}" type="presParOf" srcId="{CE5A30DF-7BEF-4557-A28D-3AE14820590E}" destId="{621C1BBC-9A83-4DB7-909C-23D69E7A55B9}" srcOrd="1" destOrd="0" presId="urn:microsoft.com/office/officeart/2018/2/layout/IconLabelList"/>
    <dgm:cxn modelId="{95EA7169-F156-4470-9FE8-1AB5E8292096}" type="presParOf" srcId="{CE5A30DF-7BEF-4557-A28D-3AE14820590E}" destId="{DEB3675A-FC9F-4EE2-A75C-4AB2BC8B665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292E33E-FC6D-4A81-ADEF-86378FB5ECF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AA88A1FD-3EAD-456B-AED1-11F85BE2401A}">
      <dgm:prSet/>
      <dgm:spPr/>
      <dgm:t>
        <a:bodyPr/>
        <a:lstStyle/>
        <a:p>
          <a:r>
            <a:rPr lang="en-US" b="1" i="0" baseline="0"/>
            <a:t>Functional Requirements:</a:t>
          </a:r>
          <a:r>
            <a:rPr lang="en-US" b="0" i="0" baseline="0"/>
            <a:t> Keystroke capture, feature extraction (dwell &amp; flight times), ML model training.</a:t>
          </a:r>
          <a:endParaRPr lang="en-US"/>
        </a:p>
      </dgm:t>
    </dgm:pt>
    <dgm:pt modelId="{EFF1D1CA-F0C4-45F7-9116-0C7507463C1D}" type="parTrans" cxnId="{3C2ABE43-08FA-4F10-A50E-4DA2AB7919B7}">
      <dgm:prSet/>
      <dgm:spPr/>
      <dgm:t>
        <a:bodyPr/>
        <a:lstStyle/>
        <a:p>
          <a:endParaRPr lang="en-US"/>
        </a:p>
      </dgm:t>
    </dgm:pt>
    <dgm:pt modelId="{02EB9C94-808B-44C8-90D3-1D0A7C741B9E}" type="sibTrans" cxnId="{3C2ABE43-08FA-4F10-A50E-4DA2AB7919B7}">
      <dgm:prSet/>
      <dgm:spPr/>
      <dgm:t>
        <a:bodyPr/>
        <a:lstStyle/>
        <a:p>
          <a:endParaRPr lang="en-US"/>
        </a:p>
      </dgm:t>
    </dgm:pt>
    <dgm:pt modelId="{C479E41C-262C-4665-956E-39B645546FA8}">
      <dgm:prSet/>
      <dgm:spPr/>
      <dgm:t>
        <a:bodyPr/>
        <a:lstStyle/>
        <a:p>
          <a:r>
            <a:rPr lang="en-US" b="1" i="0" baseline="0"/>
            <a:t>Non-Functional:</a:t>
          </a:r>
          <a:r>
            <a:rPr lang="en-US" b="0" i="0" baseline="0"/>
            <a:t> Data privacy, security, maintainability, real-time response.</a:t>
          </a:r>
          <a:endParaRPr lang="en-US"/>
        </a:p>
      </dgm:t>
    </dgm:pt>
    <dgm:pt modelId="{93B61B30-8C93-4CE2-BD23-1AC62F8013B5}" type="parTrans" cxnId="{771D5477-7CA1-4207-92F0-59CFC294E8BD}">
      <dgm:prSet/>
      <dgm:spPr/>
      <dgm:t>
        <a:bodyPr/>
        <a:lstStyle/>
        <a:p>
          <a:endParaRPr lang="en-US"/>
        </a:p>
      </dgm:t>
    </dgm:pt>
    <dgm:pt modelId="{521082F0-A628-4533-99EF-0DDA7068DA7E}" type="sibTrans" cxnId="{771D5477-7CA1-4207-92F0-59CFC294E8BD}">
      <dgm:prSet/>
      <dgm:spPr/>
      <dgm:t>
        <a:bodyPr/>
        <a:lstStyle/>
        <a:p>
          <a:endParaRPr lang="en-US"/>
        </a:p>
      </dgm:t>
    </dgm:pt>
    <dgm:pt modelId="{A0179078-60D6-4E0F-B1E9-B2A148CD8629}">
      <dgm:prSet/>
      <dgm:spPr/>
      <dgm:t>
        <a:bodyPr/>
        <a:lstStyle/>
        <a:p>
          <a:r>
            <a:rPr lang="en-US" b="1" i="0" baseline="0" dirty="0"/>
            <a:t>Architecture:</a:t>
          </a:r>
          <a:r>
            <a:rPr lang="en-US" b="0" i="0" baseline="0" dirty="0"/>
            <a:t> ML pipeline diagram (data → preprocessing → model → evaluation → deployment).</a:t>
          </a:r>
          <a:endParaRPr lang="en-US" dirty="0"/>
        </a:p>
      </dgm:t>
    </dgm:pt>
    <dgm:pt modelId="{71CE065A-F6F7-43E7-AB47-E03330BC2FEE}" type="parTrans" cxnId="{848B2893-27DF-4470-9B86-D31DB0DEBA92}">
      <dgm:prSet/>
      <dgm:spPr/>
      <dgm:t>
        <a:bodyPr/>
        <a:lstStyle/>
        <a:p>
          <a:endParaRPr lang="en-US"/>
        </a:p>
      </dgm:t>
    </dgm:pt>
    <dgm:pt modelId="{F6FAFA68-4902-4AD3-9CD8-C9DB7AC8D228}" type="sibTrans" cxnId="{848B2893-27DF-4470-9B86-D31DB0DEBA92}">
      <dgm:prSet/>
      <dgm:spPr/>
      <dgm:t>
        <a:bodyPr/>
        <a:lstStyle/>
        <a:p>
          <a:endParaRPr lang="en-US"/>
        </a:p>
      </dgm:t>
    </dgm:pt>
    <dgm:pt modelId="{70D1E1A8-0653-4FF3-ACB6-766859512AB4}">
      <dgm:prSet/>
      <dgm:spPr/>
      <dgm:t>
        <a:bodyPr/>
        <a:lstStyle/>
        <a:p>
          <a:r>
            <a:rPr lang="en-US" b="1" i="0" baseline="0"/>
            <a:t>Dataset Analysis:</a:t>
          </a:r>
          <a:r>
            <a:rPr lang="en-US" b="0" i="0" baseline="0"/>
            <a:t> IKDD Dataset; normalization (Z-score, min–max), missing-value imputation, outlier filtering.</a:t>
          </a:r>
          <a:endParaRPr lang="en-US"/>
        </a:p>
      </dgm:t>
    </dgm:pt>
    <dgm:pt modelId="{6CFBB1ED-51D0-4B0E-B8C0-E186C53F25A9}" type="parTrans" cxnId="{67717980-614B-47A8-A586-797F9DF02E86}">
      <dgm:prSet/>
      <dgm:spPr/>
      <dgm:t>
        <a:bodyPr/>
        <a:lstStyle/>
        <a:p>
          <a:endParaRPr lang="en-US"/>
        </a:p>
      </dgm:t>
    </dgm:pt>
    <dgm:pt modelId="{E9670875-BE34-48B8-8682-36B6BD332755}" type="sibTrans" cxnId="{67717980-614B-47A8-A586-797F9DF02E86}">
      <dgm:prSet/>
      <dgm:spPr/>
      <dgm:t>
        <a:bodyPr/>
        <a:lstStyle/>
        <a:p>
          <a:endParaRPr lang="en-US"/>
        </a:p>
      </dgm:t>
    </dgm:pt>
    <dgm:pt modelId="{7ECA177B-9E5E-4E28-983D-85D2FCCADE1B}" type="pres">
      <dgm:prSet presAssocID="{4292E33E-FC6D-4A81-ADEF-86378FB5ECF9}" presName="root" presStyleCnt="0">
        <dgm:presLayoutVars>
          <dgm:dir/>
          <dgm:resizeHandles val="exact"/>
        </dgm:presLayoutVars>
      </dgm:prSet>
      <dgm:spPr/>
    </dgm:pt>
    <dgm:pt modelId="{BF7E0165-8234-4ACF-9039-FC1762C6A75B}" type="pres">
      <dgm:prSet presAssocID="{AA88A1FD-3EAD-456B-AED1-11F85BE2401A}" presName="compNode" presStyleCnt="0"/>
      <dgm:spPr/>
    </dgm:pt>
    <dgm:pt modelId="{C6C7D7B1-B67C-4669-87F2-D62FDF0C2E4B}" type="pres">
      <dgm:prSet presAssocID="{AA88A1FD-3EAD-456B-AED1-11F85BE2401A}" presName="bgRect" presStyleLbl="bgShp" presStyleIdx="0" presStyleCnt="4"/>
      <dgm:spPr/>
    </dgm:pt>
    <dgm:pt modelId="{72749343-EB58-412C-96DA-12A28BB18A46}" type="pres">
      <dgm:prSet presAssocID="{AA88A1FD-3EAD-456B-AED1-11F85BE2401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1CA278A0-121F-4B8D-AEA4-FEE01BB0DE1F}" type="pres">
      <dgm:prSet presAssocID="{AA88A1FD-3EAD-456B-AED1-11F85BE2401A}" presName="spaceRect" presStyleCnt="0"/>
      <dgm:spPr/>
    </dgm:pt>
    <dgm:pt modelId="{BCCC94D2-475F-4F8A-9C17-3E867B003ABB}" type="pres">
      <dgm:prSet presAssocID="{AA88A1FD-3EAD-456B-AED1-11F85BE2401A}" presName="parTx" presStyleLbl="revTx" presStyleIdx="0" presStyleCnt="4">
        <dgm:presLayoutVars>
          <dgm:chMax val="0"/>
          <dgm:chPref val="0"/>
        </dgm:presLayoutVars>
      </dgm:prSet>
      <dgm:spPr/>
    </dgm:pt>
    <dgm:pt modelId="{3F3BB496-6283-44DF-94A8-AF39C1831A0C}" type="pres">
      <dgm:prSet presAssocID="{02EB9C94-808B-44C8-90D3-1D0A7C741B9E}" presName="sibTrans" presStyleCnt="0"/>
      <dgm:spPr/>
    </dgm:pt>
    <dgm:pt modelId="{83BEB6A5-70CF-4BF0-9516-E312F6F6E3FF}" type="pres">
      <dgm:prSet presAssocID="{C479E41C-262C-4665-956E-39B645546FA8}" presName="compNode" presStyleCnt="0"/>
      <dgm:spPr/>
    </dgm:pt>
    <dgm:pt modelId="{DAA2D357-E238-4795-B59B-DA2B35DF18CE}" type="pres">
      <dgm:prSet presAssocID="{C479E41C-262C-4665-956E-39B645546FA8}" presName="bgRect" presStyleLbl="bgShp" presStyleIdx="1" presStyleCnt="4"/>
      <dgm:spPr/>
    </dgm:pt>
    <dgm:pt modelId="{A45C1001-F844-4270-85F4-F7D69E83F9F5}" type="pres">
      <dgm:prSet presAssocID="{C479E41C-262C-4665-956E-39B645546FA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95A4D79-2201-429F-B99D-A0A5F7E2505A}" type="pres">
      <dgm:prSet presAssocID="{C479E41C-262C-4665-956E-39B645546FA8}" presName="spaceRect" presStyleCnt="0"/>
      <dgm:spPr/>
    </dgm:pt>
    <dgm:pt modelId="{04A821DB-719F-4E01-B2AD-022DA8C03E6B}" type="pres">
      <dgm:prSet presAssocID="{C479E41C-262C-4665-956E-39B645546FA8}" presName="parTx" presStyleLbl="revTx" presStyleIdx="1" presStyleCnt="4">
        <dgm:presLayoutVars>
          <dgm:chMax val="0"/>
          <dgm:chPref val="0"/>
        </dgm:presLayoutVars>
      </dgm:prSet>
      <dgm:spPr/>
    </dgm:pt>
    <dgm:pt modelId="{78E2E29E-DAA7-481C-91E0-8C44932071DE}" type="pres">
      <dgm:prSet presAssocID="{521082F0-A628-4533-99EF-0DDA7068DA7E}" presName="sibTrans" presStyleCnt="0"/>
      <dgm:spPr/>
    </dgm:pt>
    <dgm:pt modelId="{F61ABE3E-4A40-4890-9E96-E23F297A3D0E}" type="pres">
      <dgm:prSet presAssocID="{A0179078-60D6-4E0F-B1E9-B2A148CD8629}" presName="compNode" presStyleCnt="0"/>
      <dgm:spPr/>
    </dgm:pt>
    <dgm:pt modelId="{F8C216E6-26AC-4CA1-8E52-45732535B790}" type="pres">
      <dgm:prSet presAssocID="{A0179078-60D6-4E0F-B1E9-B2A148CD8629}" presName="bgRect" presStyleLbl="bgShp" presStyleIdx="2" presStyleCnt="4"/>
      <dgm:spPr/>
    </dgm:pt>
    <dgm:pt modelId="{11705B77-1A0E-4C18-A0E7-51D4F6D2B7F9}" type="pres">
      <dgm:prSet presAssocID="{A0179078-60D6-4E0F-B1E9-B2A148CD862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C25BCAF-EB3B-4CBA-8B16-F23B8E28C2B1}" type="pres">
      <dgm:prSet presAssocID="{A0179078-60D6-4E0F-B1E9-B2A148CD8629}" presName="spaceRect" presStyleCnt="0"/>
      <dgm:spPr/>
    </dgm:pt>
    <dgm:pt modelId="{8E966728-3E16-4B65-8A50-1D3EB43C190B}" type="pres">
      <dgm:prSet presAssocID="{A0179078-60D6-4E0F-B1E9-B2A148CD8629}" presName="parTx" presStyleLbl="revTx" presStyleIdx="2" presStyleCnt="4">
        <dgm:presLayoutVars>
          <dgm:chMax val="0"/>
          <dgm:chPref val="0"/>
        </dgm:presLayoutVars>
      </dgm:prSet>
      <dgm:spPr/>
    </dgm:pt>
    <dgm:pt modelId="{D62FA931-CF04-4E61-A828-49078B23E7F6}" type="pres">
      <dgm:prSet presAssocID="{F6FAFA68-4902-4AD3-9CD8-C9DB7AC8D228}" presName="sibTrans" presStyleCnt="0"/>
      <dgm:spPr/>
    </dgm:pt>
    <dgm:pt modelId="{00732358-E09A-4705-A53C-94049F370166}" type="pres">
      <dgm:prSet presAssocID="{70D1E1A8-0653-4FF3-ACB6-766859512AB4}" presName="compNode" presStyleCnt="0"/>
      <dgm:spPr/>
    </dgm:pt>
    <dgm:pt modelId="{65C9B064-C23E-46F5-914F-2033E7C5603B}" type="pres">
      <dgm:prSet presAssocID="{70D1E1A8-0653-4FF3-ACB6-766859512AB4}" presName="bgRect" presStyleLbl="bgShp" presStyleIdx="3" presStyleCnt="4"/>
      <dgm:spPr/>
    </dgm:pt>
    <dgm:pt modelId="{2B464873-4EAE-4E55-A96F-7EFC72C46216}" type="pres">
      <dgm:prSet presAssocID="{70D1E1A8-0653-4FF3-ACB6-766859512AB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35B9A1F8-861D-486C-BDB5-477A19578442}" type="pres">
      <dgm:prSet presAssocID="{70D1E1A8-0653-4FF3-ACB6-766859512AB4}" presName="spaceRect" presStyleCnt="0"/>
      <dgm:spPr/>
    </dgm:pt>
    <dgm:pt modelId="{3F03026E-749E-4EF7-BAFD-1262EE146DEB}" type="pres">
      <dgm:prSet presAssocID="{70D1E1A8-0653-4FF3-ACB6-766859512AB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80F050B-B328-4EAD-B136-646F22DD67DF}" type="presOf" srcId="{4292E33E-FC6D-4A81-ADEF-86378FB5ECF9}" destId="{7ECA177B-9E5E-4E28-983D-85D2FCCADE1B}" srcOrd="0" destOrd="0" presId="urn:microsoft.com/office/officeart/2018/2/layout/IconVerticalSolidList"/>
    <dgm:cxn modelId="{3C2ABE43-08FA-4F10-A50E-4DA2AB7919B7}" srcId="{4292E33E-FC6D-4A81-ADEF-86378FB5ECF9}" destId="{AA88A1FD-3EAD-456B-AED1-11F85BE2401A}" srcOrd="0" destOrd="0" parTransId="{EFF1D1CA-F0C4-45F7-9116-0C7507463C1D}" sibTransId="{02EB9C94-808B-44C8-90D3-1D0A7C741B9E}"/>
    <dgm:cxn modelId="{FE4E3649-CD76-47FA-9020-E967557C4D4C}" type="presOf" srcId="{70D1E1A8-0653-4FF3-ACB6-766859512AB4}" destId="{3F03026E-749E-4EF7-BAFD-1262EE146DEB}" srcOrd="0" destOrd="0" presId="urn:microsoft.com/office/officeart/2018/2/layout/IconVerticalSolidList"/>
    <dgm:cxn modelId="{A6FBEC54-AB4C-4AAB-8502-5A58716C4053}" type="presOf" srcId="{A0179078-60D6-4E0F-B1E9-B2A148CD8629}" destId="{8E966728-3E16-4B65-8A50-1D3EB43C190B}" srcOrd="0" destOrd="0" presId="urn:microsoft.com/office/officeart/2018/2/layout/IconVerticalSolidList"/>
    <dgm:cxn modelId="{771D5477-7CA1-4207-92F0-59CFC294E8BD}" srcId="{4292E33E-FC6D-4A81-ADEF-86378FB5ECF9}" destId="{C479E41C-262C-4665-956E-39B645546FA8}" srcOrd="1" destOrd="0" parTransId="{93B61B30-8C93-4CE2-BD23-1AC62F8013B5}" sibTransId="{521082F0-A628-4533-99EF-0DDA7068DA7E}"/>
    <dgm:cxn modelId="{0D835B78-2CAC-44B6-B75B-E76D24933E38}" type="presOf" srcId="{AA88A1FD-3EAD-456B-AED1-11F85BE2401A}" destId="{BCCC94D2-475F-4F8A-9C17-3E867B003ABB}" srcOrd="0" destOrd="0" presId="urn:microsoft.com/office/officeart/2018/2/layout/IconVerticalSolidList"/>
    <dgm:cxn modelId="{67717980-614B-47A8-A586-797F9DF02E86}" srcId="{4292E33E-FC6D-4A81-ADEF-86378FB5ECF9}" destId="{70D1E1A8-0653-4FF3-ACB6-766859512AB4}" srcOrd="3" destOrd="0" parTransId="{6CFBB1ED-51D0-4B0E-B8C0-E186C53F25A9}" sibTransId="{E9670875-BE34-48B8-8682-36B6BD332755}"/>
    <dgm:cxn modelId="{848B2893-27DF-4470-9B86-D31DB0DEBA92}" srcId="{4292E33E-FC6D-4A81-ADEF-86378FB5ECF9}" destId="{A0179078-60D6-4E0F-B1E9-B2A148CD8629}" srcOrd="2" destOrd="0" parTransId="{71CE065A-F6F7-43E7-AB47-E03330BC2FEE}" sibTransId="{F6FAFA68-4902-4AD3-9CD8-C9DB7AC8D228}"/>
    <dgm:cxn modelId="{0D73DBFF-E5BE-47FD-8100-D8F2B362F1CF}" type="presOf" srcId="{C479E41C-262C-4665-956E-39B645546FA8}" destId="{04A821DB-719F-4E01-B2AD-022DA8C03E6B}" srcOrd="0" destOrd="0" presId="urn:microsoft.com/office/officeart/2018/2/layout/IconVerticalSolidList"/>
    <dgm:cxn modelId="{489B91F5-9870-44DC-BEA5-91A4AD1911C8}" type="presParOf" srcId="{7ECA177B-9E5E-4E28-983D-85D2FCCADE1B}" destId="{BF7E0165-8234-4ACF-9039-FC1762C6A75B}" srcOrd="0" destOrd="0" presId="urn:microsoft.com/office/officeart/2018/2/layout/IconVerticalSolidList"/>
    <dgm:cxn modelId="{D35409D9-0C69-43AB-BF3E-838E899ECF1E}" type="presParOf" srcId="{BF7E0165-8234-4ACF-9039-FC1762C6A75B}" destId="{C6C7D7B1-B67C-4669-87F2-D62FDF0C2E4B}" srcOrd="0" destOrd="0" presId="urn:microsoft.com/office/officeart/2018/2/layout/IconVerticalSolidList"/>
    <dgm:cxn modelId="{7FD76586-F999-4171-8967-E0FC462893A8}" type="presParOf" srcId="{BF7E0165-8234-4ACF-9039-FC1762C6A75B}" destId="{72749343-EB58-412C-96DA-12A28BB18A46}" srcOrd="1" destOrd="0" presId="urn:microsoft.com/office/officeart/2018/2/layout/IconVerticalSolidList"/>
    <dgm:cxn modelId="{9617DC38-2A3A-4C6D-BE9D-4FF60D6D55E1}" type="presParOf" srcId="{BF7E0165-8234-4ACF-9039-FC1762C6A75B}" destId="{1CA278A0-121F-4B8D-AEA4-FEE01BB0DE1F}" srcOrd="2" destOrd="0" presId="urn:microsoft.com/office/officeart/2018/2/layout/IconVerticalSolidList"/>
    <dgm:cxn modelId="{EBF197F8-2C56-4F5B-A779-DD19F1D72AF4}" type="presParOf" srcId="{BF7E0165-8234-4ACF-9039-FC1762C6A75B}" destId="{BCCC94D2-475F-4F8A-9C17-3E867B003ABB}" srcOrd="3" destOrd="0" presId="urn:microsoft.com/office/officeart/2018/2/layout/IconVerticalSolidList"/>
    <dgm:cxn modelId="{BE979BC4-45D3-4F6E-8512-A473845FA879}" type="presParOf" srcId="{7ECA177B-9E5E-4E28-983D-85D2FCCADE1B}" destId="{3F3BB496-6283-44DF-94A8-AF39C1831A0C}" srcOrd="1" destOrd="0" presId="urn:microsoft.com/office/officeart/2018/2/layout/IconVerticalSolidList"/>
    <dgm:cxn modelId="{B1F40477-84C7-42C4-AE6B-5A52E7C0AF6E}" type="presParOf" srcId="{7ECA177B-9E5E-4E28-983D-85D2FCCADE1B}" destId="{83BEB6A5-70CF-4BF0-9516-E312F6F6E3FF}" srcOrd="2" destOrd="0" presId="urn:microsoft.com/office/officeart/2018/2/layout/IconVerticalSolidList"/>
    <dgm:cxn modelId="{EDADBFD6-EEBE-4D5C-8943-479D14CA5FC4}" type="presParOf" srcId="{83BEB6A5-70CF-4BF0-9516-E312F6F6E3FF}" destId="{DAA2D357-E238-4795-B59B-DA2B35DF18CE}" srcOrd="0" destOrd="0" presId="urn:microsoft.com/office/officeart/2018/2/layout/IconVerticalSolidList"/>
    <dgm:cxn modelId="{C3E55E8D-42BF-4C84-93F6-32ABE7F00686}" type="presParOf" srcId="{83BEB6A5-70CF-4BF0-9516-E312F6F6E3FF}" destId="{A45C1001-F844-4270-85F4-F7D69E83F9F5}" srcOrd="1" destOrd="0" presId="urn:microsoft.com/office/officeart/2018/2/layout/IconVerticalSolidList"/>
    <dgm:cxn modelId="{834FEBFA-0EE7-44E2-818A-13833306EA85}" type="presParOf" srcId="{83BEB6A5-70CF-4BF0-9516-E312F6F6E3FF}" destId="{F95A4D79-2201-429F-B99D-A0A5F7E2505A}" srcOrd="2" destOrd="0" presId="urn:microsoft.com/office/officeart/2018/2/layout/IconVerticalSolidList"/>
    <dgm:cxn modelId="{A5B88267-F5B0-40C6-ADAD-CDBF80E13326}" type="presParOf" srcId="{83BEB6A5-70CF-4BF0-9516-E312F6F6E3FF}" destId="{04A821DB-719F-4E01-B2AD-022DA8C03E6B}" srcOrd="3" destOrd="0" presId="urn:microsoft.com/office/officeart/2018/2/layout/IconVerticalSolidList"/>
    <dgm:cxn modelId="{AC02C744-8923-4D94-AA2A-A2EC1192255D}" type="presParOf" srcId="{7ECA177B-9E5E-4E28-983D-85D2FCCADE1B}" destId="{78E2E29E-DAA7-481C-91E0-8C44932071DE}" srcOrd="3" destOrd="0" presId="urn:microsoft.com/office/officeart/2018/2/layout/IconVerticalSolidList"/>
    <dgm:cxn modelId="{F2EC7EA3-74D4-4C72-9276-7714862A1E74}" type="presParOf" srcId="{7ECA177B-9E5E-4E28-983D-85D2FCCADE1B}" destId="{F61ABE3E-4A40-4890-9E96-E23F297A3D0E}" srcOrd="4" destOrd="0" presId="urn:microsoft.com/office/officeart/2018/2/layout/IconVerticalSolidList"/>
    <dgm:cxn modelId="{34F0F327-E137-4EB4-8EE5-5CDCE27DF99F}" type="presParOf" srcId="{F61ABE3E-4A40-4890-9E96-E23F297A3D0E}" destId="{F8C216E6-26AC-4CA1-8E52-45732535B790}" srcOrd="0" destOrd="0" presId="urn:microsoft.com/office/officeart/2018/2/layout/IconVerticalSolidList"/>
    <dgm:cxn modelId="{70635E05-20FC-445C-B09E-4B81FE005197}" type="presParOf" srcId="{F61ABE3E-4A40-4890-9E96-E23F297A3D0E}" destId="{11705B77-1A0E-4C18-A0E7-51D4F6D2B7F9}" srcOrd="1" destOrd="0" presId="urn:microsoft.com/office/officeart/2018/2/layout/IconVerticalSolidList"/>
    <dgm:cxn modelId="{80C2238F-6349-4CFA-9307-69BF925AF042}" type="presParOf" srcId="{F61ABE3E-4A40-4890-9E96-E23F297A3D0E}" destId="{BC25BCAF-EB3B-4CBA-8B16-F23B8E28C2B1}" srcOrd="2" destOrd="0" presId="urn:microsoft.com/office/officeart/2018/2/layout/IconVerticalSolidList"/>
    <dgm:cxn modelId="{3B00C270-114D-4577-A79F-A862BE20C47D}" type="presParOf" srcId="{F61ABE3E-4A40-4890-9E96-E23F297A3D0E}" destId="{8E966728-3E16-4B65-8A50-1D3EB43C190B}" srcOrd="3" destOrd="0" presId="urn:microsoft.com/office/officeart/2018/2/layout/IconVerticalSolidList"/>
    <dgm:cxn modelId="{F5390D57-15AB-442D-A94B-A32A80BEE7DE}" type="presParOf" srcId="{7ECA177B-9E5E-4E28-983D-85D2FCCADE1B}" destId="{D62FA931-CF04-4E61-A828-49078B23E7F6}" srcOrd="5" destOrd="0" presId="urn:microsoft.com/office/officeart/2018/2/layout/IconVerticalSolidList"/>
    <dgm:cxn modelId="{10358804-2FAF-499F-AB7A-86E44632BBBA}" type="presParOf" srcId="{7ECA177B-9E5E-4E28-983D-85D2FCCADE1B}" destId="{00732358-E09A-4705-A53C-94049F370166}" srcOrd="6" destOrd="0" presId="urn:microsoft.com/office/officeart/2018/2/layout/IconVerticalSolidList"/>
    <dgm:cxn modelId="{78F5F673-8A77-4037-86F0-A28B6F73C85A}" type="presParOf" srcId="{00732358-E09A-4705-A53C-94049F370166}" destId="{65C9B064-C23E-46F5-914F-2033E7C5603B}" srcOrd="0" destOrd="0" presId="urn:microsoft.com/office/officeart/2018/2/layout/IconVerticalSolidList"/>
    <dgm:cxn modelId="{156F4F06-46ED-455C-8C94-7C9D5DFCD121}" type="presParOf" srcId="{00732358-E09A-4705-A53C-94049F370166}" destId="{2B464873-4EAE-4E55-A96F-7EFC72C46216}" srcOrd="1" destOrd="0" presId="urn:microsoft.com/office/officeart/2018/2/layout/IconVerticalSolidList"/>
    <dgm:cxn modelId="{06D6F98C-8E2A-48F8-8239-03AF465453E5}" type="presParOf" srcId="{00732358-E09A-4705-A53C-94049F370166}" destId="{35B9A1F8-861D-486C-BDB5-477A19578442}" srcOrd="2" destOrd="0" presId="urn:microsoft.com/office/officeart/2018/2/layout/IconVerticalSolidList"/>
    <dgm:cxn modelId="{53D1AFBE-81CD-4079-91EB-E4A3A0130174}" type="presParOf" srcId="{00732358-E09A-4705-A53C-94049F370166}" destId="{3F03026E-749E-4EF7-BAFD-1262EE146DE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E17443-7C77-4931-B370-C021B8193192}">
      <dsp:nvSpPr>
        <dsp:cNvPr id="0" name=""/>
        <dsp:cNvSpPr/>
      </dsp:nvSpPr>
      <dsp:spPr>
        <a:xfrm>
          <a:off x="0" y="55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DC3CD9-6A4C-4B5B-B4FB-0E859A3EF4D0}">
      <dsp:nvSpPr>
        <dsp:cNvPr id="0" name=""/>
        <dsp:cNvSpPr/>
      </dsp:nvSpPr>
      <dsp:spPr>
        <a:xfrm>
          <a:off x="0" y="552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 dirty="0"/>
            <a:t>Introduction</a:t>
          </a:r>
          <a:endParaRPr lang="en-US" sz="2300" kern="1200" dirty="0"/>
        </a:p>
      </dsp:txBody>
      <dsp:txXfrm>
        <a:off x="0" y="552"/>
        <a:ext cx="8229600" cy="502762"/>
      </dsp:txXfrm>
    </dsp:sp>
    <dsp:sp modelId="{ED1AF965-2D20-424D-A151-A000E3038F9D}">
      <dsp:nvSpPr>
        <dsp:cNvPr id="0" name=""/>
        <dsp:cNvSpPr/>
      </dsp:nvSpPr>
      <dsp:spPr>
        <a:xfrm>
          <a:off x="0" y="50331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9CA228-58FE-4581-9FB7-1C842B5ED59A}">
      <dsp:nvSpPr>
        <dsp:cNvPr id="0" name=""/>
        <dsp:cNvSpPr/>
      </dsp:nvSpPr>
      <dsp:spPr>
        <a:xfrm>
          <a:off x="0" y="503314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Problem Statement / Objectives</a:t>
          </a:r>
          <a:endParaRPr lang="en-US" sz="2300" kern="1200"/>
        </a:p>
      </dsp:txBody>
      <dsp:txXfrm>
        <a:off x="0" y="503314"/>
        <a:ext cx="8229600" cy="502762"/>
      </dsp:txXfrm>
    </dsp:sp>
    <dsp:sp modelId="{F414D6FC-6351-4F9B-87BB-7AC648435B6B}">
      <dsp:nvSpPr>
        <dsp:cNvPr id="0" name=""/>
        <dsp:cNvSpPr/>
      </dsp:nvSpPr>
      <dsp:spPr>
        <a:xfrm>
          <a:off x="0" y="100607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28AD8-0B53-4C88-AE77-D5159397286F}">
      <dsp:nvSpPr>
        <dsp:cNvPr id="0" name=""/>
        <dsp:cNvSpPr/>
      </dsp:nvSpPr>
      <dsp:spPr>
        <a:xfrm>
          <a:off x="0" y="1006076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 dirty="0"/>
            <a:t>Project Planning </a:t>
          </a:r>
          <a:endParaRPr lang="en-US" sz="2300" kern="1200" dirty="0"/>
        </a:p>
      </dsp:txBody>
      <dsp:txXfrm>
        <a:off x="0" y="1006076"/>
        <a:ext cx="8229600" cy="502762"/>
      </dsp:txXfrm>
    </dsp:sp>
    <dsp:sp modelId="{1CCE23ED-4C65-4702-B2C3-F2CB1F1618F5}">
      <dsp:nvSpPr>
        <dsp:cNvPr id="0" name=""/>
        <dsp:cNvSpPr/>
      </dsp:nvSpPr>
      <dsp:spPr>
        <a:xfrm>
          <a:off x="0" y="150883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56D4BD-ADCD-4B8D-8AF3-C7D4111ECABB}">
      <dsp:nvSpPr>
        <dsp:cNvPr id="0" name=""/>
        <dsp:cNvSpPr/>
      </dsp:nvSpPr>
      <dsp:spPr>
        <a:xfrm>
          <a:off x="0" y="1508838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Background and Related Work</a:t>
          </a:r>
          <a:endParaRPr lang="en-US" sz="2300" kern="1200"/>
        </a:p>
      </dsp:txBody>
      <dsp:txXfrm>
        <a:off x="0" y="1508838"/>
        <a:ext cx="8229600" cy="502762"/>
      </dsp:txXfrm>
    </dsp:sp>
    <dsp:sp modelId="{40AEC740-CBCD-4321-B86A-7497BC2BDCF5}">
      <dsp:nvSpPr>
        <dsp:cNvPr id="0" name=""/>
        <dsp:cNvSpPr/>
      </dsp:nvSpPr>
      <dsp:spPr>
        <a:xfrm>
          <a:off x="0" y="201160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E26C04-FE75-451C-9D6D-32115256BF55}">
      <dsp:nvSpPr>
        <dsp:cNvPr id="0" name=""/>
        <dsp:cNvSpPr/>
      </dsp:nvSpPr>
      <dsp:spPr>
        <a:xfrm>
          <a:off x="0" y="2011600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Methodology</a:t>
          </a:r>
          <a:endParaRPr lang="en-US" sz="2300" kern="1200"/>
        </a:p>
      </dsp:txBody>
      <dsp:txXfrm>
        <a:off x="0" y="2011600"/>
        <a:ext cx="8229600" cy="502762"/>
      </dsp:txXfrm>
    </dsp:sp>
    <dsp:sp modelId="{C7627D3B-81EB-427E-BBCC-7C2D8A248701}">
      <dsp:nvSpPr>
        <dsp:cNvPr id="0" name=""/>
        <dsp:cNvSpPr/>
      </dsp:nvSpPr>
      <dsp:spPr>
        <a:xfrm>
          <a:off x="0" y="251436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AF948C-0B67-4BC1-8508-29D9307239E5}">
      <dsp:nvSpPr>
        <dsp:cNvPr id="0" name=""/>
        <dsp:cNvSpPr/>
      </dsp:nvSpPr>
      <dsp:spPr>
        <a:xfrm>
          <a:off x="0" y="2514362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Implementation and Results</a:t>
          </a:r>
          <a:endParaRPr lang="en-US" sz="2300" kern="1200"/>
        </a:p>
      </dsp:txBody>
      <dsp:txXfrm>
        <a:off x="0" y="2514362"/>
        <a:ext cx="8229600" cy="502762"/>
      </dsp:txXfrm>
    </dsp:sp>
    <dsp:sp modelId="{C78BF208-73D7-4572-A5A6-D9806F3AD242}">
      <dsp:nvSpPr>
        <dsp:cNvPr id="0" name=""/>
        <dsp:cNvSpPr/>
      </dsp:nvSpPr>
      <dsp:spPr>
        <a:xfrm>
          <a:off x="0" y="301712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729589-C233-4773-B074-08C640C34F35}">
      <dsp:nvSpPr>
        <dsp:cNvPr id="0" name=""/>
        <dsp:cNvSpPr/>
      </dsp:nvSpPr>
      <dsp:spPr>
        <a:xfrm>
          <a:off x="0" y="3017124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Testing and Deployment</a:t>
          </a:r>
          <a:endParaRPr lang="en-US" sz="2300" kern="1200"/>
        </a:p>
      </dsp:txBody>
      <dsp:txXfrm>
        <a:off x="0" y="3017124"/>
        <a:ext cx="8229600" cy="502762"/>
      </dsp:txXfrm>
    </dsp:sp>
    <dsp:sp modelId="{C45B0B28-5929-4CED-B4C8-1E2E7EBFB0BD}">
      <dsp:nvSpPr>
        <dsp:cNvPr id="0" name=""/>
        <dsp:cNvSpPr/>
      </dsp:nvSpPr>
      <dsp:spPr>
        <a:xfrm>
          <a:off x="0" y="351988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FD3494-496F-43F5-BA3F-462B91928D51}">
      <dsp:nvSpPr>
        <dsp:cNvPr id="0" name=""/>
        <dsp:cNvSpPr/>
      </dsp:nvSpPr>
      <dsp:spPr>
        <a:xfrm>
          <a:off x="0" y="3519886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 dirty="0"/>
            <a:t>Conclusion and Future Work</a:t>
          </a:r>
          <a:endParaRPr lang="en-US" sz="2300" kern="1200" dirty="0"/>
        </a:p>
      </dsp:txBody>
      <dsp:txXfrm>
        <a:off x="0" y="3519886"/>
        <a:ext cx="8229600" cy="502762"/>
      </dsp:txXfrm>
    </dsp:sp>
    <dsp:sp modelId="{4907E7EE-A96D-4C51-A608-A18920CCE6E4}">
      <dsp:nvSpPr>
        <dsp:cNvPr id="0" name=""/>
        <dsp:cNvSpPr/>
      </dsp:nvSpPr>
      <dsp:spPr>
        <a:xfrm>
          <a:off x="0" y="402264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45AD8E-1FA1-4680-A4E7-CE7B39F68F14}">
      <dsp:nvSpPr>
        <dsp:cNvPr id="0" name=""/>
        <dsp:cNvSpPr/>
      </dsp:nvSpPr>
      <dsp:spPr>
        <a:xfrm>
          <a:off x="0" y="4022648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Live Demonstration</a:t>
          </a:r>
          <a:endParaRPr lang="en-US" sz="2300" kern="1200"/>
        </a:p>
      </dsp:txBody>
      <dsp:txXfrm>
        <a:off x="0" y="4022648"/>
        <a:ext cx="8229600" cy="5027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03FCCD-6692-4DD0-9D66-ADFA1B42FC43}">
      <dsp:nvSpPr>
        <dsp:cNvPr id="0" name=""/>
        <dsp:cNvSpPr/>
      </dsp:nvSpPr>
      <dsp:spPr>
        <a:xfrm>
          <a:off x="0" y="3796"/>
          <a:ext cx="8229600" cy="13006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3BF49C-7CA4-4527-95C0-89A68534A270}">
      <dsp:nvSpPr>
        <dsp:cNvPr id="0" name=""/>
        <dsp:cNvSpPr/>
      </dsp:nvSpPr>
      <dsp:spPr>
        <a:xfrm>
          <a:off x="393441" y="296438"/>
          <a:ext cx="716046" cy="7153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27B10E-6652-429F-A80D-742B49403E0D}">
      <dsp:nvSpPr>
        <dsp:cNvPr id="0" name=""/>
        <dsp:cNvSpPr/>
      </dsp:nvSpPr>
      <dsp:spPr>
        <a:xfrm>
          <a:off x="1502928" y="3796"/>
          <a:ext cx="6647720" cy="1301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785" tIns="137785" rIns="137785" bIns="13778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Traditional password-based authentication is increasingly vulnerable to phishing, credential theft, and password reuse attacks.</a:t>
          </a:r>
        </a:p>
      </dsp:txBody>
      <dsp:txXfrm>
        <a:off x="1502928" y="3796"/>
        <a:ext cx="6647720" cy="1301903"/>
      </dsp:txXfrm>
    </dsp:sp>
    <dsp:sp modelId="{149DF61A-EC69-4484-861E-2D6D024B6273}">
      <dsp:nvSpPr>
        <dsp:cNvPr id="0" name=""/>
        <dsp:cNvSpPr/>
      </dsp:nvSpPr>
      <dsp:spPr>
        <a:xfrm>
          <a:off x="0" y="1612029"/>
          <a:ext cx="8229600" cy="13006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A87BB8-54E3-449D-8E86-73E981ACC663}">
      <dsp:nvSpPr>
        <dsp:cNvPr id="0" name=""/>
        <dsp:cNvSpPr/>
      </dsp:nvSpPr>
      <dsp:spPr>
        <a:xfrm>
          <a:off x="393441" y="1904672"/>
          <a:ext cx="716046" cy="7153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9EBE40-8AEA-4E59-A629-E46B8D1B5A1E}">
      <dsp:nvSpPr>
        <dsp:cNvPr id="0" name=""/>
        <dsp:cNvSpPr/>
      </dsp:nvSpPr>
      <dsp:spPr>
        <a:xfrm>
          <a:off x="1502928" y="1612029"/>
          <a:ext cx="6647720" cy="1301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785" tIns="137785" rIns="137785" bIns="13778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• Multi-factor authentication improves security but often reduces usability and adds complexity.</a:t>
          </a:r>
        </a:p>
      </dsp:txBody>
      <dsp:txXfrm>
        <a:off x="1502928" y="1612029"/>
        <a:ext cx="6647720" cy="1301903"/>
      </dsp:txXfrm>
    </dsp:sp>
    <dsp:sp modelId="{3E57C6DB-007B-4635-9B3A-ABDAD42BEC33}">
      <dsp:nvSpPr>
        <dsp:cNvPr id="0" name=""/>
        <dsp:cNvSpPr/>
      </dsp:nvSpPr>
      <dsp:spPr>
        <a:xfrm>
          <a:off x="0" y="3220263"/>
          <a:ext cx="8229600" cy="13006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9ADFE7-6428-4408-8E8C-14C3B19FA815}">
      <dsp:nvSpPr>
        <dsp:cNvPr id="0" name=""/>
        <dsp:cNvSpPr/>
      </dsp:nvSpPr>
      <dsp:spPr>
        <a:xfrm>
          <a:off x="393441" y="3512905"/>
          <a:ext cx="716046" cy="7153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30FC0-2548-471D-B27A-07DF199DF939}">
      <dsp:nvSpPr>
        <dsp:cNvPr id="0" name=""/>
        <dsp:cNvSpPr/>
      </dsp:nvSpPr>
      <dsp:spPr>
        <a:xfrm>
          <a:off x="1502928" y="3220263"/>
          <a:ext cx="6647720" cy="1301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785" tIns="137785" rIns="137785" bIns="137785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•</a:t>
          </a:r>
          <a:r>
            <a:rPr lang="en-US" sz="2400" kern="1200" dirty="0"/>
            <a:t> Behavioral biometrics such as keystroke dynamics offer continuous, non-intrusive user authentication</a:t>
          </a:r>
          <a:r>
            <a:rPr lang="en-US" sz="2300" kern="1200" dirty="0"/>
            <a:t>.</a:t>
          </a:r>
        </a:p>
      </dsp:txBody>
      <dsp:txXfrm>
        <a:off x="1502928" y="3220263"/>
        <a:ext cx="6647720" cy="13019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00B841-36FF-4769-B5A7-15CCF3F676F9}">
      <dsp:nvSpPr>
        <dsp:cNvPr id="0" name=""/>
        <dsp:cNvSpPr/>
      </dsp:nvSpPr>
      <dsp:spPr>
        <a:xfrm>
          <a:off x="426530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998A70-853B-41AA-864C-94701E2A5A4F}">
      <dsp:nvSpPr>
        <dsp:cNvPr id="0" name=""/>
        <dsp:cNvSpPr/>
      </dsp:nvSpPr>
      <dsp:spPr>
        <a:xfrm>
          <a:off x="631609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0B462A-528B-4B9F-BF31-7FFA2AE41F30}">
      <dsp:nvSpPr>
        <dsp:cNvPr id="0" name=""/>
        <dsp:cNvSpPr/>
      </dsp:nvSpPr>
      <dsp:spPr>
        <a:xfrm>
          <a:off x="1612357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</a:t>
          </a:r>
          <a:r>
            <a:rPr lang="en-US" sz="2000" kern="1200" dirty="0"/>
            <a:t>Build scalable keystroke data collection systems</a:t>
          </a:r>
        </a:p>
      </dsp:txBody>
      <dsp:txXfrm>
        <a:off x="1612357" y="28723"/>
        <a:ext cx="2301898" cy="976563"/>
      </dsp:txXfrm>
    </dsp:sp>
    <dsp:sp modelId="{BFF5740A-D8D8-4076-9D31-D691A4721E6F}">
      <dsp:nvSpPr>
        <dsp:cNvPr id="0" name=""/>
        <dsp:cNvSpPr/>
      </dsp:nvSpPr>
      <dsp:spPr>
        <a:xfrm>
          <a:off x="4315344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C5BA2B-136E-4377-9301-B6CAC52383D0}">
      <dsp:nvSpPr>
        <dsp:cNvPr id="0" name=""/>
        <dsp:cNvSpPr/>
      </dsp:nvSpPr>
      <dsp:spPr>
        <a:xfrm>
          <a:off x="4520422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9692C0-FE7D-46D0-80AB-1AF614AA26F8}">
      <dsp:nvSpPr>
        <dsp:cNvPr id="0" name=""/>
        <dsp:cNvSpPr/>
      </dsp:nvSpPr>
      <dsp:spPr>
        <a:xfrm>
          <a:off x="5501170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</a:t>
          </a:r>
          <a:r>
            <a:rPr lang="en-US" sz="2000" kern="1200" dirty="0"/>
            <a:t>Develop Random Forest, </a:t>
          </a:r>
          <a:r>
            <a:rPr lang="en-US" sz="2000" kern="1200" dirty="0" err="1"/>
            <a:t>LightGBM</a:t>
          </a:r>
          <a:r>
            <a:rPr lang="en-US" sz="2000" kern="1200" dirty="0"/>
            <a:t>, </a:t>
          </a:r>
          <a:r>
            <a:rPr lang="en-US" sz="2000" kern="1200" dirty="0" err="1"/>
            <a:t>XGBoost</a:t>
          </a:r>
          <a:r>
            <a:rPr lang="en-US" sz="2000" kern="1200" dirty="0"/>
            <a:t> models</a:t>
          </a:r>
        </a:p>
      </dsp:txBody>
      <dsp:txXfrm>
        <a:off x="5501170" y="28723"/>
        <a:ext cx="2301898" cy="976563"/>
      </dsp:txXfrm>
    </dsp:sp>
    <dsp:sp modelId="{ADE1BAB8-5407-46EE-8ED6-F84EDE70C085}">
      <dsp:nvSpPr>
        <dsp:cNvPr id="0" name=""/>
        <dsp:cNvSpPr/>
      </dsp:nvSpPr>
      <dsp:spPr>
        <a:xfrm>
          <a:off x="426530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3AD524-8227-4D0D-BE9D-9C19FE1A5CE1}">
      <dsp:nvSpPr>
        <dsp:cNvPr id="0" name=""/>
        <dsp:cNvSpPr/>
      </dsp:nvSpPr>
      <dsp:spPr>
        <a:xfrm>
          <a:off x="631609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D887BC-6B28-4F8E-A4CB-A8E871079CCF}">
      <dsp:nvSpPr>
        <dsp:cNvPr id="0" name=""/>
        <dsp:cNvSpPr/>
      </dsp:nvSpPr>
      <dsp:spPr>
        <a:xfrm>
          <a:off x="1612357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</a:t>
          </a:r>
          <a:r>
            <a:rPr lang="en-US" sz="2000" kern="1200" dirty="0"/>
            <a:t>Evaluate model accuracy, precision, recall, and ROC</a:t>
          </a:r>
        </a:p>
      </dsp:txBody>
      <dsp:txXfrm>
        <a:off x="1612357" y="1774700"/>
        <a:ext cx="2301898" cy="976563"/>
      </dsp:txXfrm>
    </dsp:sp>
    <dsp:sp modelId="{94E76181-B38C-4D3B-9D53-F9192822248A}">
      <dsp:nvSpPr>
        <dsp:cNvPr id="0" name=""/>
        <dsp:cNvSpPr/>
      </dsp:nvSpPr>
      <dsp:spPr>
        <a:xfrm>
          <a:off x="4315344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F42A42-3ED6-40E1-9BA6-9BE2C33EBCCF}">
      <dsp:nvSpPr>
        <dsp:cNvPr id="0" name=""/>
        <dsp:cNvSpPr/>
      </dsp:nvSpPr>
      <dsp:spPr>
        <a:xfrm>
          <a:off x="4520422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27A443-90AD-4629-A7BC-EBB659CA6FB3}">
      <dsp:nvSpPr>
        <dsp:cNvPr id="0" name=""/>
        <dsp:cNvSpPr/>
      </dsp:nvSpPr>
      <dsp:spPr>
        <a:xfrm>
          <a:off x="5501170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</a:t>
          </a:r>
          <a:r>
            <a:rPr lang="en-US" sz="2000" kern="1200" dirty="0"/>
            <a:t>Ensure privacy and ethics compliance (GDPR, Australian Privacy Act)</a:t>
          </a:r>
        </a:p>
      </dsp:txBody>
      <dsp:txXfrm>
        <a:off x="5501170" y="1774700"/>
        <a:ext cx="2301898" cy="976563"/>
      </dsp:txXfrm>
    </dsp:sp>
    <dsp:sp modelId="{B425F2EF-64D5-44B8-A0BA-DC15A15E4BA4}">
      <dsp:nvSpPr>
        <dsp:cNvPr id="0" name=""/>
        <dsp:cNvSpPr/>
      </dsp:nvSpPr>
      <dsp:spPr>
        <a:xfrm>
          <a:off x="426530" y="3520676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7F951B-72C4-4022-A4A2-612141204092}">
      <dsp:nvSpPr>
        <dsp:cNvPr id="0" name=""/>
        <dsp:cNvSpPr/>
      </dsp:nvSpPr>
      <dsp:spPr>
        <a:xfrm>
          <a:off x="631609" y="3725754"/>
          <a:ext cx="566406" cy="56640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2F33E5-CFE5-4E6F-89C3-96E65901E722}">
      <dsp:nvSpPr>
        <dsp:cNvPr id="0" name=""/>
        <dsp:cNvSpPr/>
      </dsp:nvSpPr>
      <dsp:spPr>
        <a:xfrm>
          <a:off x="1612357" y="3520676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• Explore scalability for enterprise applications</a:t>
          </a:r>
        </a:p>
      </dsp:txBody>
      <dsp:txXfrm>
        <a:off x="1612357" y="3520676"/>
        <a:ext cx="2301898" cy="97656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EBFC03-D9F2-426F-8420-FF7963D132B2}">
      <dsp:nvSpPr>
        <dsp:cNvPr id="0" name=""/>
        <dsp:cNvSpPr/>
      </dsp:nvSpPr>
      <dsp:spPr>
        <a:xfrm>
          <a:off x="750914" y="711912"/>
          <a:ext cx="1081248" cy="1081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022EA3-2831-47BA-8D0C-6E313570D0D5}">
      <dsp:nvSpPr>
        <dsp:cNvPr id="0" name=""/>
        <dsp:cNvSpPr/>
      </dsp:nvSpPr>
      <dsp:spPr>
        <a:xfrm>
          <a:off x="90151" y="2258737"/>
          <a:ext cx="2402775" cy="1555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Behavioral biometrics foundations (Revett, 2019; Banerjee &amp; Woodard, 2020).</a:t>
          </a:r>
          <a:endParaRPr lang="en-US" sz="2000" kern="1200" dirty="0"/>
        </a:p>
      </dsp:txBody>
      <dsp:txXfrm>
        <a:off x="90151" y="2258737"/>
        <a:ext cx="2402775" cy="1555312"/>
      </dsp:txXfrm>
    </dsp:sp>
    <dsp:sp modelId="{C6E72003-AB7E-41E7-A946-B5A605C8E0A6}">
      <dsp:nvSpPr>
        <dsp:cNvPr id="0" name=""/>
        <dsp:cNvSpPr/>
      </dsp:nvSpPr>
      <dsp:spPr>
        <a:xfrm>
          <a:off x="3574175" y="711912"/>
          <a:ext cx="1081248" cy="1081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C443C5-B2EA-425A-98F9-574283B853FD}">
      <dsp:nvSpPr>
        <dsp:cNvPr id="0" name=""/>
        <dsp:cNvSpPr/>
      </dsp:nvSpPr>
      <dsp:spPr>
        <a:xfrm>
          <a:off x="2913412" y="2258737"/>
          <a:ext cx="2402775" cy="1555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Machine learning advances in keystroke dynamics (</a:t>
          </a:r>
          <a:r>
            <a:rPr lang="en-US" sz="2000" b="0" i="0" kern="1200" baseline="0" dirty="0" err="1"/>
            <a:t>Killourhy</a:t>
          </a:r>
          <a:r>
            <a:rPr lang="en-US" sz="2000" b="0" i="0" kern="1200" baseline="0" dirty="0"/>
            <a:t> &amp; Maxion, 2021; Ahmed et al., 2023).</a:t>
          </a:r>
          <a:endParaRPr lang="en-US" sz="2000" kern="1200" dirty="0"/>
        </a:p>
      </dsp:txBody>
      <dsp:txXfrm>
        <a:off x="2913412" y="2258737"/>
        <a:ext cx="2402775" cy="1555312"/>
      </dsp:txXfrm>
    </dsp:sp>
    <dsp:sp modelId="{545947E7-3401-41B9-A443-4BAC3F654FEC}">
      <dsp:nvSpPr>
        <dsp:cNvPr id="0" name=""/>
        <dsp:cNvSpPr/>
      </dsp:nvSpPr>
      <dsp:spPr>
        <a:xfrm>
          <a:off x="6397436" y="711912"/>
          <a:ext cx="1081248" cy="1081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B3675A-FC9F-4EE2-A75C-4AB2BC8B6653}">
      <dsp:nvSpPr>
        <dsp:cNvPr id="0" name=""/>
        <dsp:cNvSpPr/>
      </dsp:nvSpPr>
      <dsp:spPr>
        <a:xfrm>
          <a:off x="5736673" y="2258737"/>
          <a:ext cx="2402775" cy="1555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Existing tools: CMU Keystroke Dataset, IKDD Dataset, </a:t>
          </a:r>
          <a:r>
            <a:rPr lang="en-US" sz="2000" b="0" i="0" kern="1200" baseline="0" dirty="0" err="1"/>
            <a:t>XGBoost</a:t>
          </a:r>
          <a:r>
            <a:rPr lang="en-US" sz="2000" b="0" i="0" kern="1200" baseline="0" dirty="0"/>
            <a:t> frameworks</a:t>
          </a:r>
          <a:r>
            <a:rPr lang="en-US" sz="2100" b="0" i="0" kern="1200" baseline="0" dirty="0"/>
            <a:t>.</a:t>
          </a:r>
          <a:endParaRPr lang="en-US" sz="2100" kern="1200" dirty="0"/>
        </a:p>
      </dsp:txBody>
      <dsp:txXfrm>
        <a:off x="5736673" y="2258737"/>
        <a:ext cx="2402775" cy="15553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C7D7B1-B67C-4669-87F2-D62FDF0C2E4B}">
      <dsp:nvSpPr>
        <dsp:cNvPr id="0" name=""/>
        <dsp:cNvSpPr/>
      </dsp:nvSpPr>
      <dsp:spPr>
        <a:xfrm>
          <a:off x="0" y="1806"/>
          <a:ext cx="78867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749343-EB58-412C-96DA-12A28BB18A46}">
      <dsp:nvSpPr>
        <dsp:cNvPr id="0" name=""/>
        <dsp:cNvSpPr/>
      </dsp:nvSpPr>
      <dsp:spPr>
        <a:xfrm>
          <a:off x="276958" y="207808"/>
          <a:ext cx="503560" cy="5035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CC94D2-475F-4F8A-9C17-3E867B003ABB}">
      <dsp:nvSpPr>
        <dsp:cNvPr id="0" name=""/>
        <dsp:cNvSpPr/>
      </dsp:nvSpPr>
      <dsp:spPr>
        <a:xfrm>
          <a:off x="1057476" y="1806"/>
          <a:ext cx="68292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Functional Requirements:</a:t>
          </a:r>
          <a:r>
            <a:rPr lang="en-US" sz="2200" b="0" i="0" kern="1200" baseline="0"/>
            <a:t> Keystroke capture, feature extraction (dwell &amp; flight times), ML model training.</a:t>
          </a:r>
          <a:endParaRPr lang="en-US" sz="2200" kern="1200"/>
        </a:p>
      </dsp:txBody>
      <dsp:txXfrm>
        <a:off x="1057476" y="1806"/>
        <a:ext cx="6829223" cy="915564"/>
      </dsp:txXfrm>
    </dsp:sp>
    <dsp:sp modelId="{DAA2D357-E238-4795-B59B-DA2B35DF18CE}">
      <dsp:nvSpPr>
        <dsp:cNvPr id="0" name=""/>
        <dsp:cNvSpPr/>
      </dsp:nvSpPr>
      <dsp:spPr>
        <a:xfrm>
          <a:off x="0" y="1146262"/>
          <a:ext cx="78867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5C1001-F844-4270-85F4-F7D69E83F9F5}">
      <dsp:nvSpPr>
        <dsp:cNvPr id="0" name=""/>
        <dsp:cNvSpPr/>
      </dsp:nvSpPr>
      <dsp:spPr>
        <a:xfrm>
          <a:off x="276958" y="1352264"/>
          <a:ext cx="503560" cy="5035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A821DB-719F-4E01-B2AD-022DA8C03E6B}">
      <dsp:nvSpPr>
        <dsp:cNvPr id="0" name=""/>
        <dsp:cNvSpPr/>
      </dsp:nvSpPr>
      <dsp:spPr>
        <a:xfrm>
          <a:off x="1057476" y="1146262"/>
          <a:ext cx="68292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Non-Functional:</a:t>
          </a:r>
          <a:r>
            <a:rPr lang="en-US" sz="2200" b="0" i="0" kern="1200" baseline="0"/>
            <a:t> Data privacy, security, maintainability, real-time response.</a:t>
          </a:r>
          <a:endParaRPr lang="en-US" sz="2200" kern="1200"/>
        </a:p>
      </dsp:txBody>
      <dsp:txXfrm>
        <a:off x="1057476" y="1146262"/>
        <a:ext cx="6829223" cy="915564"/>
      </dsp:txXfrm>
    </dsp:sp>
    <dsp:sp modelId="{F8C216E6-26AC-4CA1-8E52-45732535B790}">
      <dsp:nvSpPr>
        <dsp:cNvPr id="0" name=""/>
        <dsp:cNvSpPr/>
      </dsp:nvSpPr>
      <dsp:spPr>
        <a:xfrm>
          <a:off x="0" y="2290717"/>
          <a:ext cx="78867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705B77-1A0E-4C18-A0E7-51D4F6D2B7F9}">
      <dsp:nvSpPr>
        <dsp:cNvPr id="0" name=""/>
        <dsp:cNvSpPr/>
      </dsp:nvSpPr>
      <dsp:spPr>
        <a:xfrm>
          <a:off x="276958" y="2496719"/>
          <a:ext cx="503560" cy="5035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966728-3E16-4B65-8A50-1D3EB43C190B}">
      <dsp:nvSpPr>
        <dsp:cNvPr id="0" name=""/>
        <dsp:cNvSpPr/>
      </dsp:nvSpPr>
      <dsp:spPr>
        <a:xfrm>
          <a:off x="1057476" y="2290717"/>
          <a:ext cx="68292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/>
            <a:t>Architecture:</a:t>
          </a:r>
          <a:r>
            <a:rPr lang="en-US" sz="2200" b="0" i="0" kern="1200" baseline="0" dirty="0"/>
            <a:t> ML pipeline diagram (data → preprocessing → model → evaluation → deployment).</a:t>
          </a:r>
          <a:endParaRPr lang="en-US" sz="2200" kern="1200" dirty="0"/>
        </a:p>
      </dsp:txBody>
      <dsp:txXfrm>
        <a:off x="1057476" y="2290717"/>
        <a:ext cx="6829223" cy="915564"/>
      </dsp:txXfrm>
    </dsp:sp>
    <dsp:sp modelId="{65C9B064-C23E-46F5-914F-2033E7C5603B}">
      <dsp:nvSpPr>
        <dsp:cNvPr id="0" name=""/>
        <dsp:cNvSpPr/>
      </dsp:nvSpPr>
      <dsp:spPr>
        <a:xfrm>
          <a:off x="0" y="3435173"/>
          <a:ext cx="7886700" cy="9155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464873-4EAE-4E55-A96F-7EFC72C46216}">
      <dsp:nvSpPr>
        <dsp:cNvPr id="0" name=""/>
        <dsp:cNvSpPr/>
      </dsp:nvSpPr>
      <dsp:spPr>
        <a:xfrm>
          <a:off x="276958" y="3641175"/>
          <a:ext cx="503560" cy="5035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03026E-749E-4EF7-BAFD-1262EE146DEB}">
      <dsp:nvSpPr>
        <dsp:cNvPr id="0" name=""/>
        <dsp:cNvSpPr/>
      </dsp:nvSpPr>
      <dsp:spPr>
        <a:xfrm>
          <a:off x="1057476" y="3435173"/>
          <a:ext cx="68292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Dataset Analysis:</a:t>
          </a:r>
          <a:r>
            <a:rPr lang="en-US" sz="2200" b="0" i="0" kern="1200" baseline="0"/>
            <a:t> IKDD Dataset; normalization (Z-score, min–max), missing-value imputation, outlier filtering.</a:t>
          </a:r>
          <a:endParaRPr lang="en-US" sz="2200" kern="1200"/>
        </a:p>
      </dsp:txBody>
      <dsp:txXfrm>
        <a:off x="1057476" y="3435173"/>
        <a:ext cx="6829223" cy="9155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refe.docx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3390/info1509051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474BF3A-99A0-443B-8183-52CF1495D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973F92-838E-499A-9775-F247D6D06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08635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5358" y="1259958"/>
            <a:ext cx="3335634" cy="2481729"/>
          </a:xfrm>
        </p:spPr>
        <p:txBody>
          <a:bodyPr anchor="b">
            <a:noAutofit/>
          </a:bodyPr>
          <a:lstStyle/>
          <a:p>
            <a:r>
              <a:rPr lang="en-US" sz="3200" dirty="0">
                <a:solidFill>
                  <a:srgbClr val="595959"/>
                </a:solidFill>
              </a:rPr>
              <a:t>Keystroke Dynamics Authentication System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5358" y="4046453"/>
            <a:ext cx="3335634" cy="1785506"/>
          </a:xfrm>
        </p:spPr>
        <p:txBody>
          <a:bodyPr anchor="t">
            <a:normAutofit/>
          </a:bodyPr>
          <a:lstStyle/>
          <a:p>
            <a:endParaRPr lang="en-US" sz="1200" dirty="0">
              <a:solidFill>
                <a:srgbClr val="595959"/>
              </a:solidFill>
            </a:endParaRPr>
          </a:p>
          <a:p>
            <a:r>
              <a:rPr lang="en-US" sz="1200" dirty="0">
                <a:solidFill>
                  <a:srgbClr val="595959"/>
                </a:solidFill>
              </a:rPr>
              <a:t>By Namkha Gyeltshen, </a:t>
            </a:r>
          </a:p>
          <a:p>
            <a:r>
              <a:rPr lang="en-US" sz="1200" dirty="0">
                <a:solidFill>
                  <a:srgbClr val="595959"/>
                </a:solidFill>
              </a:rPr>
              <a:t>Tashi Phuntsho &amp; Sujan Monger</a:t>
            </a:r>
          </a:p>
          <a:p>
            <a:r>
              <a:rPr lang="en-US" sz="1200" dirty="0">
                <a:solidFill>
                  <a:srgbClr val="595959"/>
                </a:solidFill>
              </a:rPr>
              <a:t>Crown Institute of Higher Education</a:t>
            </a:r>
          </a:p>
        </p:txBody>
      </p:sp>
      <p:pic>
        <p:nvPicPr>
          <p:cNvPr id="7" name="Graphic 6" descr="Key">
            <a:extLst>
              <a:ext uri="{FF2B5EF4-FFF2-40B4-BE49-F238E27FC236}">
                <a16:creationId xmlns:a16="http://schemas.microsoft.com/office/drawing/2014/main" id="{74240782-917C-DF0F-9EA2-52680C172B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8340" y="2432158"/>
            <a:ext cx="1993683" cy="19936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10AC6-4413-4AF9-9663-CF105570F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Table of Contents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13CA407-9A98-48CD-ADE4-5C51A1E79A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1418175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0102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B374-2F86-8641-B2CA-8FE1A8F2C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Project Planning and Timeline</a:t>
            </a:r>
          </a:p>
        </p:txBody>
      </p:sp>
      <p:pic>
        <p:nvPicPr>
          <p:cNvPr id="5" name="Content Placeholder 4" descr="A grid of colorful squares&#10;&#10;AI-generated content may be incorrect.">
            <a:extLst>
              <a:ext uri="{FF2B5EF4-FFF2-40B4-BE49-F238E27FC236}">
                <a16:creationId xmlns:a16="http://schemas.microsoft.com/office/drawing/2014/main" id="{88823C84-F2BE-87AC-C771-BC1EA9A52A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243174"/>
            <a:ext cx="8229600" cy="413129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7A373A-8C1F-8AFC-F47D-B504DD3E76B0}"/>
              </a:ext>
            </a:extLst>
          </p:cNvPr>
          <p:cNvSpPr txBox="1"/>
          <p:nvPr/>
        </p:nvSpPr>
        <p:spPr>
          <a:xfrm>
            <a:off x="616449" y="5614826"/>
            <a:ext cx="822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>
                <a:hlinkClick r:id="rId3" action="ppaction://hlinkfile"/>
              </a:rPr>
              <a:t>https://app.clickup.com/90161284303/v/g/2kz0g16f-556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3666444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4F7709-D57D-18B7-70AE-EF2AD21D2B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7546899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3AADDB-7D52-C9A4-B94D-C121EA7F73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2926688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2E07-9AEB-961D-3075-8248A8D7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b="1" dirty="0"/>
              <a:t>Background &amp; Related Work</a:t>
            </a:r>
            <a:br>
              <a:rPr lang="en-AU" b="1" dirty="0"/>
            </a:br>
            <a:endParaRPr lang="en-AU" dirty="0"/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CC54B6EF-9473-FDAD-7BDE-87D414F33C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365717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0290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AU" sz="4500"/>
              <a:t>Research Methodology</a:t>
            </a:r>
          </a:p>
        </p:txBody>
      </p:sp>
      <p:graphicFrame>
        <p:nvGraphicFramePr>
          <p:cNvPr id="19" name="Rectangle 1">
            <a:extLst>
              <a:ext uri="{FF2B5EF4-FFF2-40B4-BE49-F238E27FC236}">
                <a16:creationId xmlns:a16="http://schemas.microsoft.com/office/drawing/2014/main" id="{D2513498-822C-5A3E-475D-1684CDD43A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1477374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62849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656150"/>
            <a:ext cx="4254500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80F617-2492-AEC4-0E85-E03ED7268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961" y="608401"/>
            <a:ext cx="3789277" cy="1035781"/>
          </a:xfrm>
        </p:spPr>
        <p:txBody>
          <a:bodyPr anchor="ctr">
            <a:normAutofit/>
          </a:bodyPr>
          <a:lstStyle/>
          <a:p>
            <a:r>
              <a:rPr lang="en-AU" sz="3100"/>
              <a:t>User case Diagram </a:t>
            </a:r>
            <a:endParaRPr lang="en-AU" sz="31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C22F1FF-E4B7-BB2A-E539-8C6A093C8F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9738" y="2135490"/>
            <a:ext cx="3743722" cy="41141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system involves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three main actors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User, Analyst, and Admin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can register, log in, train typing patterns, and test personal models.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Analysts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access testing history, analyze model performance, and review verification data.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Admins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manage users, monitor alerts, approve/reject accounts, and oversee system logs.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Each role interacts through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Keystroke Dynamics Authentication App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ensuring a secure and role-specific workflow.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37224" y="608401"/>
            <a:ext cx="3478126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login&#10;&#10;AI-generated content may be incorrect.">
            <a:extLst>
              <a:ext uri="{FF2B5EF4-FFF2-40B4-BE49-F238E27FC236}">
                <a16:creationId xmlns:a16="http://schemas.microsoft.com/office/drawing/2014/main" id="{303447F2-27C7-9E48-811D-A2BB898744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3846"/>
          <a:stretch>
            <a:fillRect/>
          </a:stretch>
        </p:blipFill>
        <p:spPr>
          <a:xfrm>
            <a:off x="5197869" y="1936302"/>
            <a:ext cx="3167439" cy="3045680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92240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719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643016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AU" sz="4200" dirty="0"/>
              <a:t>Implementation &amp; 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532569-91CE-C9D1-F0EC-3363B2F58F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3771" y="2774025"/>
            <a:ext cx="7455989" cy="33392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Tools: Python, Scikit-learn,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lang="en-US" altLang="en-US" sz="2100" dirty="0" err="1">
                <a:latin typeface="Arial" panose="020B0604020202020204" pitchFamily="34" charset="0"/>
              </a:rPr>
              <a:t>DecisionTree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Performance metrics (Accuracy, Precision, Recall, F1, AUC, EER).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Graphs: Confusion matrix, ROC curve.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Result Summary Table: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Random Forest – 99.85%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LightGBM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99.85%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sz="2100" dirty="0" err="1">
                <a:latin typeface="Arial" panose="020B0604020202020204" pitchFamily="34" charset="0"/>
              </a:rPr>
              <a:t>DecisionTree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99.69%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798600D-C342-7814-7EE8-200AA181AF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8" t="3547" b="3493"/>
          <a:stretch>
            <a:fillRect/>
          </a:stretch>
        </p:blipFill>
        <p:spPr>
          <a:xfrm>
            <a:off x="4521199" y="4327529"/>
            <a:ext cx="3839029" cy="20796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2984F-0C8B-417D-CF5C-722309EB4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Application GUI</a:t>
            </a:r>
            <a:endParaRPr lang="en-AU" dirty="0"/>
          </a:p>
        </p:txBody>
      </p:sp>
      <p:pic>
        <p:nvPicPr>
          <p:cNvPr id="5" name="Content Placeholder 4" descr="A diagram of a software development&#10;&#10;AI-generated content may be incorrect.">
            <a:extLst>
              <a:ext uri="{FF2B5EF4-FFF2-40B4-BE49-F238E27FC236}">
                <a16:creationId xmlns:a16="http://schemas.microsoft.com/office/drawing/2014/main" id="{B52EE157-4C95-C0C6-C59B-3DD9B22221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7025" y="1600200"/>
            <a:ext cx="5389950" cy="4525963"/>
          </a:xfrm>
        </p:spPr>
      </p:pic>
    </p:spTree>
    <p:extLst>
      <p:ext uri="{BB962C8B-B14F-4D97-AF65-F5344CB8AC3E}">
        <p14:creationId xmlns:p14="http://schemas.microsoft.com/office/powerpoint/2010/main" val="4285446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47D67282-99E1-4372-A643-7DF4A519F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0464369-70FA-42AF-948F-80664CA7B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146816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234" y="349664"/>
            <a:ext cx="4384178" cy="1638377"/>
          </a:xfrm>
        </p:spPr>
        <p:txBody>
          <a:bodyPr anchor="b">
            <a:normAutofit/>
          </a:bodyPr>
          <a:lstStyle/>
          <a:p>
            <a:r>
              <a:rPr lang="en-AU" sz="4200"/>
              <a:t>Implementation and Testing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6A21EB8-6836-83AC-937E-9CE8879ED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991" y="1988041"/>
            <a:ext cx="4378312" cy="365630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The ZAP scan identified several medium-risk issues including missing </a:t>
            </a:r>
            <a:r>
              <a:rPr lang="en-US" sz="1800" i="1" dirty="0"/>
              <a:t>Content Security Policy (CSP)</a:t>
            </a:r>
            <a:r>
              <a:rPr lang="en-US" sz="1800" dirty="0"/>
              <a:t>, </a:t>
            </a:r>
            <a:r>
              <a:rPr lang="en-US" sz="1800" i="1" dirty="0"/>
              <a:t>anti-clickjacking headers</a:t>
            </a:r>
            <a:r>
              <a:rPr lang="en-US" sz="1800" dirty="0"/>
              <a:t>, and </a:t>
            </a:r>
            <a:r>
              <a:rPr lang="en-US" sz="1800" i="1" dirty="0"/>
              <a:t>cookie misconfigurations</a:t>
            </a:r>
            <a:r>
              <a:rPr lang="en-US" sz="1800" dirty="0"/>
              <a:t>.</a:t>
            </a:r>
            <a:br>
              <a:rPr lang="en-US" sz="1800" dirty="0"/>
            </a:br>
            <a:r>
              <a:rPr lang="en-US" sz="1800" dirty="0"/>
              <a:t>These vulnerabilities were analyzed and mitigated to strengthen the web application’s security posture.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The system was tested with </a:t>
            </a:r>
            <a:r>
              <a:rPr lang="en-US" sz="1800" b="1" dirty="0"/>
              <a:t>50 concurrent users</a:t>
            </a:r>
            <a:r>
              <a:rPr lang="en-US" sz="1800" dirty="0"/>
              <a:t>, maintaining an average of </a:t>
            </a:r>
            <a:r>
              <a:rPr lang="en-US" sz="1800" b="1" dirty="0"/>
              <a:t>19.7 requests per second (RPS)</a:t>
            </a:r>
            <a:r>
              <a:rPr lang="en-US" sz="1800" dirty="0"/>
              <a:t> and stable response times under </a:t>
            </a:r>
            <a:r>
              <a:rPr lang="en-US" sz="1800" b="1" dirty="0"/>
              <a:t>4 </a:t>
            </a:r>
            <a:r>
              <a:rPr lang="en-US" sz="1800" b="1" dirty="0" err="1"/>
              <a:t>ms</a:t>
            </a:r>
            <a:r>
              <a:rPr lang="en-US" sz="1800" dirty="0" err="1"/>
              <a:t>.</a:t>
            </a:r>
            <a:br>
              <a:rPr lang="en-US" sz="1800" dirty="0"/>
            </a:br>
            <a:r>
              <a:rPr lang="en-US" sz="1800" dirty="0"/>
              <a:t>Results confirm the application can handle moderate traffic loads efficiently without performance degradation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C552A98-EF7D-4D42-AB69-066B786AB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1585" y="399675"/>
            <a:ext cx="3485526" cy="2779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4E2AAD-4642-7BC0-4B69-98E017C3B2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781" b="1"/>
          <a:stretch>
            <a:fillRect/>
          </a:stretch>
        </p:blipFill>
        <p:spPr>
          <a:xfrm>
            <a:off x="5566029" y="596271"/>
            <a:ext cx="3176637" cy="2386584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A6604B49-AD5C-4590-B051-06C8222E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186644" y="1760836"/>
            <a:ext cx="524256" cy="88975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BB19363-8354-4E75-A15C-A08F75517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1585" y="3429000"/>
            <a:ext cx="3485526" cy="2779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65E6C8-842E-194E-0C6B-8E1F69EEFD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90" r="-2" b="-2"/>
          <a:stretch>
            <a:fillRect/>
          </a:stretch>
        </p:blipFill>
        <p:spPr>
          <a:xfrm>
            <a:off x="5566030" y="3625596"/>
            <a:ext cx="3176637" cy="2386584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648176E-454C-437C-B0FC-9B82FCF3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765107" y="6150940"/>
            <a:ext cx="524256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517897"/>
            <a:ext cx="8333796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37D28E-6BDD-0ED5-EEE8-C3AF298F0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768" y="922644"/>
            <a:ext cx="3780214" cy="1169585"/>
          </a:xfrm>
        </p:spPr>
        <p:txBody>
          <a:bodyPr anchor="b">
            <a:normAutofit/>
          </a:bodyPr>
          <a:lstStyle/>
          <a:p>
            <a:r>
              <a:rPr lang="en-AU" sz="3500" b="1" dirty="0"/>
              <a:t>Application GUI</a:t>
            </a:r>
            <a:endParaRPr lang="en-AU" sz="35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1785" y="2263365"/>
            <a:ext cx="37033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AFC448A-A07D-4D19-3383-0333073BA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786" y="2508105"/>
            <a:ext cx="3780214" cy="3605061"/>
          </a:xfrm>
        </p:spPr>
        <p:txBody>
          <a:bodyPr anchor="ctr">
            <a:normAutofit/>
          </a:bodyPr>
          <a:lstStyle/>
          <a:p>
            <a:r>
              <a:rPr lang="en-US" sz="2000" dirty="0"/>
              <a:t>Users log in through a secure authentication portal that supports multi-role access (Admin, Analyst, User). Once logged in, the dashboard provides personalized access to system features</a:t>
            </a:r>
          </a:p>
        </p:txBody>
      </p:sp>
      <p:pic>
        <p:nvPicPr>
          <p:cNvPr id="7" name="Picture 6" descr="A screenshot of a web page&#10;&#10;AI-generated content may be incorrect.">
            <a:extLst>
              <a:ext uri="{FF2B5EF4-FFF2-40B4-BE49-F238E27FC236}">
                <a16:creationId xmlns:a16="http://schemas.microsoft.com/office/drawing/2014/main" id="{BCEB3865-2FD0-0D60-DCC5-461BBA5C7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000" y="545330"/>
            <a:ext cx="3291840" cy="2412453"/>
          </a:xfrm>
          <a:prstGeom prst="rect">
            <a:avLst/>
          </a:prstGeom>
        </p:spPr>
      </p:pic>
      <p:pic>
        <p:nvPicPr>
          <p:cNvPr id="5" name="Content Placeholder 4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EF6EFB73-43A6-0636-114A-2D6F7D8A2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000" y="3606230"/>
            <a:ext cx="3291840" cy="241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875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7A203437-703A-4E00-A8C0-91D328D6C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3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7C591-78EF-912E-9482-A6372D1D1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756" y="502400"/>
            <a:ext cx="2525379" cy="1818064"/>
          </a:xfrm>
        </p:spPr>
        <p:txBody>
          <a:bodyPr>
            <a:normAutofit/>
          </a:bodyPr>
          <a:lstStyle/>
          <a:p>
            <a:r>
              <a:rPr lang="en-AU" sz="2400" dirty="0"/>
              <a:t>Alerts &amp; User Management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ED2416-3044-3369-93A9-61F8DC65C2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87"/>
          <a:stretch>
            <a:fillRect/>
          </a:stretch>
        </p:blipFill>
        <p:spPr>
          <a:xfrm>
            <a:off x="3416427" y="6"/>
            <a:ext cx="5727572" cy="2762724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D84038B-4A56-439B-A184-79B2D4506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2729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5" name="Content Placeholder 4" descr="A screenshot of a chat&#10;&#10;AI-generated content may be incorrect.">
            <a:extLst>
              <a:ext uri="{FF2B5EF4-FFF2-40B4-BE49-F238E27FC236}">
                <a16:creationId xmlns:a16="http://schemas.microsoft.com/office/drawing/2014/main" id="{E8850158-A827-BF59-9AE5-2A11FCB8B4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494" r="-3" b="1451"/>
          <a:stretch>
            <a:fillRect/>
          </a:stretch>
        </p:blipFill>
        <p:spPr>
          <a:xfrm>
            <a:off x="20" y="2826737"/>
            <a:ext cx="3424313" cy="4031263"/>
          </a:xfrm>
          <a:prstGeom prst="rect">
            <a:avLst/>
          </a:prstGeom>
        </p:spPr>
      </p:pic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F2A541AC-73C6-608C-1846-EBBE09993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7224" y="3455208"/>
            <a:ext cx="4306824" cy="234470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The Admin Dashboard allows monitoring of verification attempts, acknowledgment of failed logins, and management of users — approving, rejecting, or editing user roles and permissions in real time.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F96EE13-2C4D-4262-812E-DDE5FC35F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429" y="3404996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8635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51A0227-072A-4F5F-928C-E2C3E5CCD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CC5B5-EF39-AA88-2325-87EE7809C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440365"/>
            <a:ext cx="3184398" cy="172269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AU" sz="4000"/>
              <a:t>Model Testing &amp; Evaluation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15158F-4BA6-F3F4-0C6B-15C81D07F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75" y="320040"/>
            <a:ext cx="3304837" cy="3927031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D4EBB3-C68B-6C72-C57D-126130D70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0" y="516814"/>
            <a:ext cx="4103370" cy="3407914"/>
          </a:xfrm>
          <a:prstGeom prst="rect">
            <a:avLst/>
          </a:prstGeom>
        </p:spPr>
      </p:pic>
      <p:sp>
        <p:nvSpPr>
          <p:cNvPr id="16" name="sketchy line">
            <a:extLst>
              <a:ext uri="{FF2B5EF4-FFF2-40B4-BE49-F238E27FC236}">
                <a16:creationId xmlns:a16="http://schemas.microsoft.com/office/drawing/2014/main" id="{35D99776-4B38-47DF-A302-11AD9AF87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058668" y="5294852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83B417B-8B5F-4450-FE46-A965DB193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499" y="4440365"/>
            <a:ext cx="4661153" cy="1900821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2000" dirty="0"/>
              <a:t>Machine learning models such as </a:t>
            </a:r>
            <a:r>
              <a:rPr lang="en-US" sz="2000" dirty="0" err="1"/>
              <a:t>RandomForest</a:t>
            </a:r>
            <a:r>
              <a:rPr lang="en-US" sz="2000" dirty="0"/>
              <a:t>, </a:t>
            </a:r>
            <a:r>
              <a:rPr lang="en-US" sz="2000" dirty="0" err="1"/>
              <a:t>LightGBM</a:t>
            </a:r>
            <a:r>
              <a:rPr lang="en-US" sz="2000" dirty="0"/>
              <a:t>, and </a:t>
            </a:r>
            <a:r>
              <a:rPr lang="en-US" sz="2000" dirty="0" err="1"/>
              <a:t>DecisionTree</a:t>
            </a:r>
            <a:r>
              <a:rPr lang="en-US" sz="2000" dirty="0"/>
              <a:t> are tested using uploaded datasets. The dashboard provides visual metrics like confusion matrix, ROC curve, and F1-score comparisons.</a:t>
            </a:r>
          </a:p>
        </p:txBody>
      </p:sp>
    </p:spTree>
    <p:extLst>
      <p:ext uri="{BB962C8B-B14F-4D97-AF65-F5344CB8AC3E}">
        <p14:creationId xmlns:p14="http://schemas.microsoft.com/office/powerpoint/2010/main" val="1075846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821ACB-0EB7-9EF5-5E62-8D6FC1438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366" y="525195"/>
            <a:ext cx="2989616" cy="1632378"/>
          </a:xfrm>
        </p:spPr>
        <p:txBody>
          <a:bodyPr anchor="b">
            <a:normAutofit/>
          </a:bodyPr>
          <a:lstStyle/>
          <a:p>
            <a:r>
              <a:rPr lang="en-AU" sz="3500" dirty="0"/>
              <a:t>Testing History &amp; Analyst Tools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294AAA-E46B-5023-1883-78CE833E94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510"/>
          <a:stretch>
            <a:fillRect/>
          </a:stretch>
        </p:blipFill>
        <p:spPr>
          <a:xfrm>
            <a:off x="3889915" y="163646"/>
            <a:ext cx="5105027" cy="2623097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921906D-CEED-E6F3-4D2A-DCDD5A29A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366" y="2685031"/>
            <a:ext cx="2989616" cy="2806505"/>
          </a:xfrm>
        </p:spPr>
        <p:txBody>
          <a:bodyPr>
            <a:noAutofit/>
          </a:bodyPr>
          <a:lstStyle/>
          <a:p>
            <a:r>
              <a:rPr lang="en-US" sz="2000" dirty="0"/>
              <a:t>The Testing History logs performance of multiple models and users, ensuring transparency. Analysts can access their trained models, review data, and download reports for further validation.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DF9CB1-9A1A-7AE1-669F-B4FFE2BAA3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157" b="2"/>
          <a:stretch>
            <a:fillRect/>
          </a:stretch>
        </p:blipFill>
        <p:spPr>
          <a:xfrm>
            <a:off x="3889915" y="2956875"/>
            <a:ext cx="5105027" cy="335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96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7A5867-7AF0-08DE-D609-E5A0AE15F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366" y="525195"/>
            <a:ext cx="2989616" cy="1622104"/>
          </a:xfrm>
        </p:spPr>
        <p:txBody>
          <a:bodyPr anchor="b">
            <a:normAutofit/>
          </a:bodyPr>
          <a:lstStyle/>
          <a:p>
            <a:r>
              <a:rPr lang="en-AU" sz="3500" dirty="0"/>
              <a:t>User Training &amp; Verification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6C6326-18AF-A7F5-B43D-2027C930BF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77" r="3" b="3"/>
          <a:stretch>
            <a:fillRect/>
          </a:stretch>
        </p:blipFill>
        <p:spPr>
          <a:xfrm>
            <a:off x="3889915" y="163646"/>
            <a:ext cx="5105027" cy="2623097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22E108B-0D16-10A0-C352-93F1AA3F1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333" y="2364946"/>
            <a:ext cx="2989616" cy="37925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Keystroke Training &amp; Real-Time Verification</a:t>
            </a:r>
            <a:br>
              <a:rPr lang="en-US" sz="2000" dirty="0"/>
            </a:br>
            <a:r>
              <a:rPr lang="en-US" sz="2000" dirty="0"/>
              <a:t>Users complete 10 training sessions to establish their unique typing pattern. During login, the system verifies identity in real-time based on typing rhythm and displays confidence scores dynamically.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64CF59-B6CD-481A-28E9-E123AD1D42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157" b="2"/>
          <a:stretch>
            <a:fillRect/>
          </a:stretch>
        </p:blipFill>
        <p:spPr>
          <a:xfrm>
            <a:off x="3889915" y="2956875"/>
            <a:ext cx="5105027" cy="335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74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DF9647-75F3-B317-F464-EF9056171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AU" sz="4200"/>
              <a:t>Summary of outcomes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8842A0-B342-FD09-D5DA-9A0773F26F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3771" y="3017522"/>
            <a:ext cx="7455989" cy="3124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Successfully developed a </a:t>
            </a:r>
            <a:r>
              <a:rPr kumimoji="0" lang="en-US" altLang="en-US" sz="2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machine learning-based keystroke authentication system</a:t>
            </a: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Achieved </a:t>
            </a:r>
            <a:r>
              <a:rPr kumimoji="0" lang="en-US" altLang="en-US" sz="2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99.85% accuracy</a:t>
            </a: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using LightGBM and RandomForest models.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Implemented a </a:t>
            </a:r>
            <a:r>
              <a:rPr kumimoji="0" lang="en-US" altLang="en-US" sz="2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fully functional GUI</a:t>
            </a: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with role-based dashboards (Admin, Analyst, User).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Demonstrated strong alignment with </a:t>
            </a:r>
            <a:r>
              <a:rPr kumimoji="0" lang="en-US" altLang="en-US" sz="2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cybersecurity and privacy standards</a:t>
            </a: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Lays foundation for </a:t>
            </a:r>
            <a:r>
              <a:rPr kumimoji="0" lang="en-US" altLang="en-US" sz="2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future behavioral biometric research</a:t>
            </a: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878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0E1551-1196-0A1A-4B2F-94C41A818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AU" sz="4700"/>
              <a:t>Limitations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E1877B5-5E42-A6F7-8A2D-DD8BDFC22A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5245" y="2599509"/>
            <a:ext cx="7607751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Performance may vary across </a:t>
            </a:r>
            <a:r>
              <a:rPr kumimoji="0" lang="en-US" altLang="en-US" sz="2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different hardware devices</a:t>
            </a: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(keyboards, latency differences).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Accuracy depends on </a:t>
            </a:r>
            <a:r>
              <a:rPr kumimoji="0" lang="en-US" altLang="en-US" sz="2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user consistency</a:t>
            </a: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— emotional state, fatigue, or stress can affect typing patterns.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System currently trained on a </a:t>
            </a:r>
            <a:r>
              <a:rPr kumimoji="0" lang="en-US" altLang="en-US" sz="2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limited dataset</a:t>
            </a: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(1950 samples).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Real-world deployment may require </a:t>
            </a:r>
            <a:r>
              <a:rPr kumimoji="0" lang="en-US" altLang="en-US" sz="2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multi-language and cross-platform optimization</a:t>
            </a: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Lack of integration with other </a:t>
            </a:r>
            <a:r>
              <a:rPr kumimoji="0" lang="en-US" altLang="en-US" sz="2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biometric authentication systems</a:t>
            </a: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(e.g., face, voice).</a:t>
            </a:r>
          </a:p>
        </p:txBody>
      </p:sp>
    </p:spTree>
    <p:extLst>
      <p:ext uri="{BB962C8B-B14F-4D97-AF65-F5344CB8AC3E}">
        <p14:creationId xmlns:p14="http://schemas.microsoft.com/office/powerpoint/2010/main" val="2976409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7442E-B353-9E88-8BC3-37A6E73D6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887" y="563245"/>
            <a:ext cx="7387313" cy="1349671"/>
          </a:xfrm>
        </p:spPr>
        <p:txBody>
          <a:bodyPr anchor="b">
            <a:normAutofit/>
          </a:bodyPr>
          <a:lstStyle/>
          <a:p>
            <a:r>
              <a:rPr lang="en-AU" sz="4700" dirty="0"/>
              <a:t>Future work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F237DD-C067-7F47-7DCC-55AB52064E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4486" y="2267916"/>
            <a:ext cx="7387313" cy="30321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Integrate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deep learning (CNN, LSTM)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adaptive feature learning.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Combine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multimodal biometrics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— typing + face + voice for enhanced authentication.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Develop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mobile-friendly version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with real-time latency optimization.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Implement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Explainable AI (XAI)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transparent model decisions.</a:t>
            </a:r>
          </a:p>
        </p:txBody>
      </p:sp>
    </p:spTree>
    <p:extLst>
      <p:ext uri="{BB962C8B-B14F-4D97-AF65-F5344CB8AC3E}">
        <p14:creationId xmlns:p14="http://schemas.microsoft.com/office/powerpoint/2010/main" val="3805440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CB2CB7-A885-0FBC-753B-FFF1B627B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AU" sz="3500"/>
              <a:t>References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460ED-125B-B0EC-6920-E958F7279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AU" sz="1500" dirty="0"/>
          </a:p>
          <a:p>
            <a:pPr>
              <a:lnSpc>
                <a:spcPct val="90000"/>
              </a:lnSpc>
            </a:pPr>
            <a:r>
              <a:rPr lang="en-US" sz="1500" dirty="0" err="1"/>
              <a:t>Altwaijry</a:t>
            </a:r>
            <a:r>
              <a:rPr lang="en-US" sz="1500" dirty="0"/>
              <a:t>, N. (2020). Keystroke dynamics analysis for user authentication using a deep learning approach. </a:t>
            </a:r>
            <a:r>
              <a:rPr lang="en-US" sz="1500" i="1" dirty="0"/>
              <a:t>International Journal of Computer Science and Network Security</a:t>
            </a:r>
            <a:r>
              <a:rPr lang="en-US" sz="1500" dirty="0"/>
              <a:t>, </a:t>
            </a:r>
            <a:r>
              <a:rPr lang="en-US" sz="1500" i="1" dirty="0"/>
              <a:t>20</a:t>
            </a:r>
            <a:r>
              <a:rPr lang="en-US" sz="1500" dirty="0"/>
              <a:t>(12), 209-216.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Arsh, A., Kar, N., Das, S., &amp; Deb, S. (2024). Multiple approaches towards authentication using keystroke dynamics. </a:t>
            </a:r>
            <a:r>
              <a:rPr lang="en-US" sz="1500" i="1" dirty="0"/>
              <a:t>Procedia Computer Science</a:t>
            </a:r>
            <a:r>
              <a:rPr lang="en-US" sz="1500" dirty="0"/>
              <a:t>, </a:t>
            </a:r>
            <a:r>
              <a:rPr lang="en-US" sz="1500" i="1" dirty="0"/>
              <a:t>235</a:t>
            </a:r>
            <a:r>
              <a:rPr lang="en-US" sz="1500" dirty="0"/>
              <a:t>, 2609-2618.</a:t>
            </a:r>
          </a:p>
          <a:p>
            <a:pPr>
              <a:lnSpc>
                <a:spcPct val="90000"/>
              </a:lnSpc>
            </a:pPr>
            <a:r>
              <a:rPr lang="en-AU" sz="1500" dirty="0" err="1"/>
              <a:t>Gedikli</a:t>
            </a:r>
            <a:r>
              <a:rPr lang="en-AU" sz="1500" dirty="0"/>
              <a:t>, A. M., &amp; Efe, M. Ö. (2019, December). A simple authentication method with multilayer feedforward neural network using keystroke dynamics. In </a:t>
            </a:r>
            <a:r>
              <a:rPr lang="en-AU" sz="1500" i="1" dirty="0"/>
              <a:t>Mediterranean conference on pattern recognition and artificial intelligence</a:t>
            </a:r>
            <a:r>
              <a:rPr lang="en-AU" sz="1500" dirty="0"/>
              <a:t> (pp. 9-23). Cham: Springer International Publishing.</a:t>
            </a:r>
          </a:p>
          <a:p>
            <a:pPr>
              <a:lnSpc>
                <a:spcPct val="90000"/>
              </a:lnSpc>
            </a:pPr>
            <a:r>
              <a:rPr lang="en-AU" sz="1500" dirty="0"/>
              <a:t>Krishna, G. J., Jaiswal, H., Teja, P. S. R., &amp; Ravi, V. (2019, October). Keystroke based user identification with </a:t>
            </a:r>
            <a:r>
              <a:rPr lang="en-AU" sz="1500" dirty="0" err="1"/>
              <a:t>XGBoost</a:t>
            </a:r>
            <a:r>
              <a:rPr lang="en-AU" sz="1500" dirty="0"/>
              <a:t>. In </a:t>
            </a:r>
            <a:r>
              <a:rPr lang="en-AU" sz="1500" i="1" dirty="0"/>
              <a:t>TENCON 2019-2019 IEEE Region 10 Conference (TENCON)</a:t>
            </a:r>
            <a:r>
              <a:rPr lang="en-AU" sz="1500" dirty="0"/>
              <a:t> (pp. 1369-1374). IEEE.</a:t>
            </a:r>
          </a:p>
          <a:p>
            <a:pPr>
              <a:lnSpc>
                <a:spcPct val="90000"/>
              </a:lnSpc>
            </a:pPr>
            <a:r>
              <a:rPr lang="en-AU" sz="1500" dirty="0" err="1"/>
              <a:t>Tsimperidis</a:t>
            </a:r>
            <a:r>
              <a:rPr lang="en-AU" sz="1500" dirty="0"/>
              <a:t>, I., </a:t>
            </a:r>
            <a:r>
              <a:rPr lang="en-AU" sz="1500" dirty="0" err="1"/>
              <a:t>Asvesta</a:t>
            </a:r>
            <a:r>
              <a:rPr lang="en-AU" sz="1500" dirty="0"/>
              <a:t>, O.-D., </a:t>
            </a:r>
            <a:r>
              <a:rPr lang="en-AU" sz="1500" dirty="0" err="1"/>
              <a:t>Vrochidou</a:t>
            </a:r>
            <a:r>
              <a:rPr lang="en-AU" sz="1500" dirty="0"/>
              <a:t>, E., &amp; Papakostas, G. A. (2024). IKDD: A Keystroke Dynamics Dataset for User Classification. </a:t>
            </a:r>
            <a:r>
              <a:rPr lang="en-AU" sz="1500" i="1" dirty="0"/>
              <a:t>Information</a:t>
            </a:r>
            <a:r>
              <a:rPr lang="en-AU" sz="1500" dirty="0"/>
              <a:t>, </a:t>
            </a:r>
            <a:r>
              <a:rPr lang="en-AU" sz="1500" i="1" dirty="0"/>
              <a:t>15</a:t>
            </a:r>
            <a:r>
              <a:rPr lang="en-AU" sz="1500" dirty="0"/>
              <a:t>(9), 511. </a:t>
            </a:r>
            <a:r>
              <a:rPr lang="en-AU" sz="1500" dirty="0">
                <a:hlinkClick r:id="rId2"/>
              </a:rPr>
              <a:t>https://doi.org/10.3390/info15090511</a:t>
            </a:r>
            <a:endParaRPr lang="en-AU" sz="1500" dirty="0"/>
          </a:p>
          <a:p>
            <a:pPr>
              <a:lnSpc>
                <a:spcPct val="90000"/>
              </a:lnSpc>
            </a:pPr>
            <a:endParaRPr lang="en-AU" sz="1500" dirty="0"/>
          </a:p>
          <a:p>
            <a:pPr>
              <a:lnSpc>
                <a:spcPct val="90000"/>
              </a:lnSpc>
            </a:pPr>
            <a:endParaRPr lang="en-AU" sz="1500" dirty="0"/>
          </a:p>
          <a:p>
            <a:pPr>
              <a:lnSpc>
                <a:spcPct val="90000"/>
              </a:lnSpc>
            </a:pPr>
            <a:endParaRPr lang="en-AU" sz="1500" dirty="0"/>
          </a:p>
        </p:txBody>
      </p:sp>
    </p:spTree>
    <p:extLst>
      <p:ext uri="{BB962C8B-B14F-4D97-AF65-F5344CB8AC3E}">
        <p14:creationId xmlns:p14="http://schemas.microsoft.com/office/powerpoint/2010/main" val="2019610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1076</Words>
  <Application>Microsoft Office PowerPoint</Application>
  <PresentationFormat>On-screen Show (4:3)</PresentationFormat>
  <Paragraphs>89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Keystroke Dynamics Authentication System Using Machine Learning</vt:lpstr>
      <vt:lpstr>Table of Contents</vt:lpstr>
      <vt:lpstr>Project Planning and Timeline</vt:lpstr>
      <vt:lpstr>Problem Statement</vt:lpstr>
      <vt:lpstr>Project Objectives</vt:lpstr>
      <vt:lpstr>Background &amp; Related Work </vt:lpstr>
      <vt:lpstr>Research Methodology</vt:lpstr>
      <vt:lpstr>User case Diagram </vt:lpstr>
      <vt:lpstr>Implementation &amp; Results</vt:lpstr>
      <vt:lpstr>Application GUI</vt:lpstr>
      <vt:lpstr>Implementation and Testing</vt:lpstr>
      <vt:lpstr>Application GUI</vt:lpstr>
      <vt:lpstr>Alerts &amp; User Management</vt:lpstr>
      <vt:lpstr>Model Testing &amp; Evaluation</vt:lpstr>
      <vt:lpstr>Testing History &amp; Analyst Tools</vt:lpstr>
      <vt:lpstr>User Training &amp; Verification</vt:lpstr>
      <vt:lpstr>Summary of outcomes</vt:lpstr>
      <vt:lpstr>Limitations</vt:lpstr>
      <vt:lpstr>Future work </vt:lpstr>
      <vt:lpstr>References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Sithar Zangmo</dc:creator>
  <cp:keywords/>
  <dc:description>generated using python-pptx</dc:description>
  <cp:lastModifiedBy>Sujan MONGER</cp:lastModifiedBy>
  <cp:revision>9</cp:revision>
  <dcterms:created xsi:type="dcterms:W3CDTF">2013-01-27T09:14:16Z</dcterms:created>
  <dcterms:modified xsi:type="dcterms:W3CDTF">2025-10-08T03:13:15Z</dcterms:modified>
  <cp:category/>
</cp:coreProperties>
</file>