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2511E-3F18-4DB0-A9CA-80899CCADC34}" v="35" dt="2025-10-08T08:11:54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165" autoAdjust="0"/>
  </p:normalViewPr>
  <p:slideViewPr>
    <p:cSldViewPr snapToGrid="0" snapToObjects="1">
      <p:cViewPr varScale="1">
        <p:scale>
          <a:sx n="52" d="100"/>
          <a:sy n="52" d="100"/>
        </p:scale>
        <p:origin x="210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ma *" userId="577cfc4d9e519ef4" providerId="LiveId" clId="{E96FEEED-1724-4A77-9697-DEE823582794}"/>
    <pc:docChg chg="undo custSel modSld">
      <pc:chgData name="Karma *" userId="577cfc4d9e519ef4" providerId="LiveId" clId="{E96FEEED-1724-4A77-9697-DEE823582794}" dt="2025-10-08T08:26:49.693" v="108" actId="207"/>
      <pc:docMkLst>
        <pc:docMk/>
      </pc:docMkLst>
      <pc:sldChg chg="modSp mod">
        <pc:chgData name="Karma *" userId="577cfc4d9e519ef4" providerId="LiveId" clId="{E96FEEED-1724-4A77-9697-DEE823582794}" dt="2025-10-08T08:26:49.693" v="108" actId="207"/>
        <pc:sldMkLst>
          <pc:docMk/>
          <pc:sldMk cId="0" sldId="256"/>
        </pc:sldMkLst>
        <pc:spChg chg="mod">
          <ac:chgData name="Karma *" userId="577cfc4d9e519ef4" providerId="LiveId" clId="{E96FEEED-1724-4A77-9697-DEE823582794}" dt="2025-10-08T08:26:49.693" v="108" actId="207"/>
          <ac:spMkLst>
            <pc:docMk/>
            <pc:sldMk cId="0" sldId="256"/>
            <ac:spMk id="3" creationId="{00000000-0000-0000-0000-000000000000}"/>
          </ac:spMkLst>
        </pc:spChg>
      </pc:sldChg>
      <pc:sldChg chg="modNotesTx">
        <pc:chgData name="Karma *" userId="577cfc4d9e519ef4" providerId="LiveId" clId="{E96FEEED-1724-4A77-9697-DEE823582794}" dt="2025-10-08T07:59:50.369" v="0" actId="20577"/>
        <pc:sldMkLst>
          <pc:docMk/>
          <pc:sldMk cId="0" sldId="257"/>
        </pc:sldMkLst>
      </pc:sldChg>
      <pc:sldChg chg="addSp delSp modSp mod modNotesTx">
        <pc:chgData name="Karma *" userId="577cfc4d9e519ef4" providerId="LiveId" clId="{E96FEEED-1724-4A77-9697-DEE823582794}" dt="2025-10-08T08:18:24.588" v="82" actId="113"/>
        <pc:sldMkLst>
          <pc:docMk/>
          <pc:sldMk cId="0" sldId="258"/>
        </pc:sldMkLst>
        <pc:spChg chg="mod">
          <ac:chgData name="Karma *" userId="577cfc4d9e519ef4" providerId="LiveId" clId="{E96FEEED-1724-4A77-9697-DEE823582794}" dt="2025-10-08T08:18:24.588" v="82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17:45.652" v="81" actId="255"/>
          <ac:spMkLst>
            <pc:docMk/>
            <pc:sldMk cId="0" sldId="258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13:41.315" v="71" actId="26606"/>
          <ac:spMkLst>
            <pc:docMk/>
            <pc:sldMk cId="0" sldId="258"/>
            <ac:spMk id="12" creationId="{081E4A58-353D-44AE-B2FC-2A74E2E400F7}"/>
          </ac:spMkLst>
        </pc:spChg>
        <pc:spChg chg="del">
          <ac:chgData name="Karma *" userId="577cfc4d9e519ef4" providerId="LiveId" clId="{E96FEEED-1724-4A77-9697-DEE823582794}" dt="2025-10-08T08:13:41.315" v="71" actId="26606"/>
          <ac:spMkLst>
            <pc:docMk/>
            <pc:sldMk cId="0" sldId="258"/>
            <ac:spMk id="13" creationId="{907EF6B7-1338-4443-8C46-6A318D952DFD}"/>
          </ac:spMkLst>
        </pc:spChg>
        <pc:spChg chg="del">
          <ac:chgData name="Karma *" userId="577cfc4d9e519ef4" providerId="LiveId" clId="{E96FEEED-1724-4A77-9697-DEE823582794}" dt="2025-10-08T08:13:41.315" v="71" actId="26606"/>
          <ac:spMkLst>
            <pc:docMk/>
            <pc:sldMk cId="0" sldId="258"/>
            <ac:spMk id="14" creationId="{DAAE4CDD-124C-4DCF-9584-B6033B545DD5}"/>
          </ac:spMkLst>
        </pc:spChg>
        <pc:spChg chg="add">
          <ac:chgData name="Karma *" userId="577cfc4d9e519ef4" providerId="LiveId" clId="{E96FEEED-1724-4A77-9697-DEE823582794}" dt="2025-10-08T08:13:41.315" v="71" actId="26606"/>
          <ac:spMkLst>
            <pc:docMk/>
            <pc:sldMk cId="0" sldId="258"/>
            <ac:spMk id="21" creationId="{59A309A7-1751-4ABE-A3C1-EEC40366AD89}"/>
          </ac:spMkLst>
        </pc:spChg>
        <pc:spChg chg="add">
          <ac:chgData name="Karma *" userId="577cfc4d9e519ef4" providerId="LiveId" clId="{E96FEEED-1724-4A77-9697-DEE823582794}" dt="2025-10-08T08:13:41.315" v="71" actId="26606"/>
          <ac:spMkLst>
            <pc:docMk/>
            <pc:sldMk cId="0" sldId="258"/>
            <ac:spMk id="23" creationId="{967D8EB6-EAE1-4F9C-B398-83321E287204}"/>
          </ac:spMkLst>
        </pc:spChg>
        <pc:picChg chg="add">
          <ac:chgData name="Karma *" userId="577cfc4d9e519ef4" providerId="LiveId" clId="{E96FEEED-1724-4A77-9697-DEE823582794}" dt="2025-10-08T08:13:41.315" v="71" actId="26606"/>
          <ac:picMkLst>
            <pc:docMk/>
            <pc:sldMk cId="0" sldId="258"/>
            <ac:picMk id="18" creationId="{B7F3E28D-020B-94E8-12C3-8B73C46F15D5}"/>
          </ac:picMkLst>
        </pc:picChg>
      </pc:sldChg>
      <pc:sldChg chg="addSp delSp modSp mod modNotesTx">
        <pc:chgData name="Karma *" userId="577cfc4d9e519ef4" providerId="LiveId" clId="{E96FEEED-1724-4A77-9697-DEE823582794}" dt="2025-10-08T08:19:49.892" v="84" actId="255"/>
        <pc:sldMkLst>
          <pc:docMk/>
          <pc:sldMk cId="0" sldId="259"/>
        </pc:sldMkLst>
        <pc:spChg chg="mod">
          <ac:chgData name="Karma *" userId="577cfc4d9e519ef4" providerId="LiveId" clId="{E96FEEED-1724-4A77-9697-DEE823582794}" dt="2025-10-08T08:19:36.082" v="83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19:49.892" v="84" actId="255"/>
          <ac:spMkLst>
            <pc:docMk/>
            <pc:sldMk cId="0" sldId="259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15:18.945" v="73" actId="26606"/>
          <ac:spMkLst>
            <pc:docMk/>
            <pc:sldMk cId="0" sldId="259"/>
            <ac:spMk id="8" creationId="{907EF6B7-1338-4443-8C46-6A318D952DFD}"/>
          </ac:spMkLst>
        </pc:spChg>
        <pc:spChg chg="del">
          <ac:chgData name="Karma *" userId="577cfc4d9e519ef4" providerId="LiveId" clId="{E96FEEED-1724-4A77-9697-DEE823582794}" dt="2025-10-08T08:15:18.945" v="73" actId="26606"/>
          <ac:spMkLst>
            <pc:docMk/>
            <pc:sldMk cId="0" sldId="259"/>
            <ac:spMk id="10" creationId="{DAAE4CDD-124C-4DCF-9584-B6033B545DD5}"/>
          </ac:spMkLst>
        </pc:spChg>
        <pc:spChg chg="del">
          <ac:chgData name="Karma *" userId="577cfc4d9e519ef4" providerId="LiveId" clId="{E96FEEED-1724-4A77-9697-DEE823582794}" dt="2025-10-08T08:15:18.945" v="73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Karma *" userId="577cfc4d9e519ef4" providerId="LiveId" clId="{E96FEEED-1724-4A77-9697-DEE823582794}" dt="2025-10-08T08:15:18.945" v="73" actId="26606"/>
          <ac:spMkLst>
            <pc:docMk/>
            <pc:sldMk cId="0" sldId="259"/>
            <ac:spMk id="17" creationId="{777A147A-9ED8-46B4-8660-1B3C2AA880B5}"/>
          </ac:spMkLst>
        </pc:spChg>
        <pc:spChg chg="add">
          <ac:chgData name="Karma *" userId="577cfc4d9e519ef4" providerId="LiveId" clId="{E96FEEED-1724-4A77-9697-DEE823582794}" dt="2025-10-08T08:15:18.945" v="73" actId="26606"/>
          <ac:spMkLst>
            <pc:docMk/>
            <pc:sldMk cId="0" sldId="259"/>
            <ac:spMk id="19" creationId="{5D6C15A0-C087-4593-8414-2B4EC1CDC3DE}"/>
          </ac:spMkLst>
        </pc:spChg>
      </pc:sldChg>
      <pc:sldChg chg="addSp delSp modSp mod modNotesTx">
        <pc:chgData name="Karma *" userId="577cfc4d9e519ef4" providerId="LiveId" clId="{E96FEEED-1724-4A77-9697-DEE823582794}" dt="2025-10-08T08:16:44.294" v="79" actId="255"/>
        <pc:sldMkLst>
          <pc:docMk/>
          <pc:sldMk cId="0" sldId="260"/>
        </pc:sldMkLst>
        <pc:spChg chg="mod">
          <ac:chgData name="Karma *" userId="577cfc4d9e519ef4" providerId="LiveId" clId="{E96FEEED-1724-4A77-9697-DEE823582794}" dt="2025-10-08T08:16:38.343" v="78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16:44.294" v="79" actId="255"/>
          <ac:spMkLst>
            <pc:docMk/>
            <pc:sldMk cId="0" sldId="260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16:14.761" v="75" actId="26606"/>
          <ac:spMkLst>
            <pc:docMk/>
            <pc:sldMk cId="0" sldId="260"/>
            <ac:spMk id="8" creationId="{907EF6B7-1338-4443-8C46-6A318D952DFD}"/>
          </ac:spMkLst>
        </pc:spChg>
        <pc:spChg chg="del">
          <ac:chgData name="Karma *" userId="577cfc4d9e519ef4" providerId="LiveId" clId="{E96FEEED-1724-4A77-9697-DEE823582794}" dt="2025-10-08T08:16:14.761" v="75" actId="26606"/>
          <ac:spMkLst>
            <pc:docMk/>
            <pc:sldMk cId="0" sldId="260"/>
            <ac:spMk id="10" creationId="{DAAE4CDD-124C-4DCF-9584-B6033B545DD5}"/>
          </ac:spMkLst>
        </pc:spChg>
        <pc:spChg chg="del">
          <ac:chgData name="Karma *" userId="577cfc4d9e519ef4" providerId="LiveId" clId="{E96FEEED-1724-4A77-9697-DEE823582794}" dt="2025-10-08T08:16:14.761" v="75" actId="26606"/>
          <ac:spMkLst>
            <pc:docMk/>
            <pc:sldMk cId="0" sldId="260"/>
            <ac:spMk id="12" creationId="{081E4A58-353D-44AE-B2FC-2A74E2E400F7}"/>
          </ac:spMkLst>
        </pc:spChg>
        <pc:spChg chg="add del">
          <ac:chgData name="Karma *" userId="577cfc4d9e519ef4" providerId="LiveId" clId="{E96FEEED-1724-4A77-9697-DEE823582794}" dt="2025-10-08T08:16:38.343" v="78" actId="26606"/>
          <ac:spMkLst>
            <pc:docMk/>
            <pc:sldMk cId="0" sldId="260"/>
            <ac:spMk id="17" creationId="{100EDD19-6802-4EC3-95CE-CFFAB042CFD6}"/>
          </ac:spMkLst>
        </pc:spChg>
        <pc:spChg chg="add del">
          <ac:chgData name="Karma *" userId="577cfc4d9e519ef4" providerId="LiveId" clId="{E96FEEED-1724-4A77-9697-DEE823582794}" dt="2025-10-08T08:16:38.343" v="78" actId="26606"/>
          <ac:spMkLst>
            <pc:docMk/>
            <pc:sldMk cId="0" sldId="260"/>
            <ac:spMk id="19" creationId="{DB17E863-922E-4C26-BD64-E8FD41D28661}"/>
          </ac:spMkLst>
        </pc:spChg>
        <pc:spChg chg="add">
          <ac:chgData name="Karma *" userId="577cfc4d9e519ef4" providerId="LiveId" clId="{E96FEEED-1724-4A77-9697-DEE823582794}" dt="2025-10-08T08:16:38.343" v="78" actId="26606"/>
          <ac:spMkLst>
            <pc:docMk/>
            <pc:sldMk cId="0" sldId="260"/>
            <ac:spMk id="24" creationId="{777A147A-9ED8-46B4-8660-1B3C2AA880B5}"/>
          </ac:spMkLst>
        </pc:spChg>
        <pc:spChg chg="add">
          <ac:chgData name="Karma *" userId="577cfc4d9e519ef4" providerId="LiveId" clId="{E96FEEED-1724-4A77-9697-DEE823582794}" dt="2025-10-08T08:16:38.343" v="78" actId="26606"/>
          <ac:spMkLst>
            <pc:docMk/>
            <pc:sldMk cId="0" sldId="260"/>
            <ac:spMk id="26" creationId="{5D6C15A0-C087-4593-8414-2B4EC1CDC3DE}"/>
          </ac:spMkLst>
        </pc:spChg>
      </pc:sldChg>
      <pc:sldChg chg="modNotesTx">
        <pc:chgData name="Karma *" userId="577cfc4d9e519ef4" providerId="LiveId" clId="{E96FEEED-1724-4A77-9697-DEE823582794}" dt="2025-10-08T08:03:40.046" v="4" actId="20577"/>
        <pc:sldMkLst>
          <pc:docMk/>
          <pc:sldMk cId="0" sldId="261"/>
        </pc:sldMkLst>
      </pc:sldChg>
      <pc:sldChg chg="modNotesTx">
        <pc:chgData name="Karma *" userId="577cfc4d9e519ef4" providerId="LiveId" clId="{E96FEEED-1724-4A77-9697-DEE823582794}" dt="2025-10-08T08:03:49.623" v="5" actId="20577"/>
        <pc:sldMkLst>
          <pc:docMk/>
          <pc:sldMk cId="0" sldId="262"/>
        </pc:sldMkLst>
      </pc:sldChg>
      <pc:sldChg chg="modNotesTx">
        <pc:chgData name="Karma *" userId="577cfc4d9e519ef4" providerId="LiveId" clId="{E96FEEED-1724-4A77-9697-DEE823582794}" dt="2025-10-08T08:06:08.645" v="6" actId="20577"/>
        <pc:sldMkLst>
          <pc:docMk/>
          <pc:sldMk cId="0" sldId="263"/>
        </pc:sldMkLst>
      </pc:sldChg>
      <pc:sldChg chg="modNotesTx">
        <pc:chgData name="Karma *" userId="577cfc4d9e519ef4" providerId="LiveId" clId="{E96FEEED-1724-4A77-9697-DEE823582794}" dt="2025-10-08T08:06:28.389" v="7" actId="20577"/>
        <pc:sldMkLst>
          <pc:docMk/>
          <pc:sldMk cId="0" sldId="264"/>
        </pc:sldMkLst>
      </pc:sldChg>
      <pc:sldChg chg="modNotesTx">
        <pc:chgData name="Karma *" userId="577cfc4d9e519ef4" providerId="LiveId" clId="{E96FEEED-1724-4A77-9697-DEE823582794}" dt="2025-10-08T08:08:39.983" v="8" actId="20577"/>
        <pc:sldMkLst>
          <pc:docMk/>
          <pc:sldMk cId="0" sldId="265"/>
        </pc:sldMkLst>
      </pc:sldChg>
      <pc:sldChg chg="modNotesTx">
        <pc:chgData name="Karma *" userId="577cfc4d9e519ef4" providerId="LiveId" clId="{E96FEEED-1724-4A77-9697-DEE823582794}" dt="2025-10-08T08:08:59.424" v="9" actId="20577"/>
        <pc:sldMkLst>
          <pc:docMk/>
          <pc:sldMk cId="0" sldId="266"/>
        </pc:sldMkLst>
      </pc:sldChg>
      <pc:sldChg chg="modNotesTx">
        <pc:chgData name="Karma *" userId="577cfc4d9e519ef4" providerId="LiveId" clId="{E96FEEED-1724-4A77-9697-DEE823582794}" dt="2025-10-08T08:09:12.116" v="10" actId="20577"/>
        <pc:sldMkLst>
          <pc:docMk/>
          <pc:sldMk cId="0" sldId="267"/>
        </pc:sldMkLst>
      </pc:sldChg>
      <pc:sldChg chg="modNotesTx">
        <pc:chgData name="Karma *" userId="577cfc4d9e519ef4" providerId="LiveId" clId="{E96FEEED-1724-4A77-9697-DEE823582794}" dt="2025-10-08T08:09:33.403" v="11" actId="20577"/>
        <pc:sldMkLst>
          <pc:docMk/>
          <pc:sldMk cId="0" sldId="268"/>
        </pc:sldMkLst>
      </pc:sldChg>
      <pc:sldChg chg="addSp delSp modSp mod modNotesTx">
        <pc:chgData name="Karma *" userId="577cfc4d9e519ef4" providerId="LiveId" clId="{E96FEEED-1724-4A77-9697-DEE823582794}" dt="2025-10-08T08:22:05.125" v="88" actId="14100"/>
        <pc:sldMkLst>
          <pc:docMk/>
          <pc:sldMk cId="0" sldId="269"/>
        </pc:sldMkLst>
        <pc:spChg chg="mod">
          <ac:chgData name="Karma *" userId="577cfc4d9e519ef4" providerId="LiveId" clId="{E96FEEED-1724-4A77-9697-DEE823582794}" dt="2025-10-08T08:21:49.758" v="85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22:05.125" v="88" actId="14100"/>
          <ac:spMkLst>
            <pc:docMk/>
            <pc:sldMk cId="0" sldId="269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21:49.758" v="85" actId="26606"/>
          <ac:spMkLst>
            <pc:docMk/>
            <pc:sldMk cId="0" sldId="269"/>
            <ac:spMk id="8" creationId="{907EF6B7-1338-4443-8C46-6A318D952DFD}"/>
          </ac:spMkLst>
        </pc:spChg>
        <pc:spChg chg="del">
          <ac:chgData name="Karma *" userId="577cfc4d9e519ef4" providerId="LiveId" clId="{E96FEEED-1724-4A77-9697-DEE823582794}" dt="2025-10-08T08:21:49.758" v="85" actId="26606"/>
          <ac:spMkLst>
            <pc:docMk/>
            <pc:sldMk cId="0" sldId="269"/>
            <ac:spMk id="10" creationId="{DAAE4CDD-124C-4DCF-9584-B6033B545DD5}"/>
          </ac:spMkLst>
        </pc:spChg>
        <pc:spChg chg="del">
          <ac:chgData name="Karma *" userId="577cfc4d9e519ef4" providerId="LiveId" clId="{E96FEEED-1724-4A77-9697-DEE823582794}" dt="2025-10-08T08:21:49.758" v="85" actId="26606"/>
          <ac:spMkLst>
            <pc:docMk/>
            <pc:sldMk cId="0" sldId="269"/>
            <ac:spMk id="12" creationId="{081E4A58-353D-44AE-B2FC-2A74E2E400F7}"/>
          </ac:spMkLst>
        </pc:spChg>
        <pc:spChg chg="add">
          <ac:chgData name="Karma *" userId="577cfc4d9e519ef4" providerId="LiveId" clId="{E96FEEED-1724-4A77-9697-DEE823582794}" dt="2025-10-08T08:21:49.758" v="85" actId="26606"/>
          <ac:spMkLst>
            <pc:docMk/>
            <pc:sldMk cId="0" sldId="269"/>
            <ac:spMk id="19" creationId="{59A309A7-1751-4ABE-A3C1-EEC40366AD89}"/>
          </ac:spMkLst>
        </pc:spChg>
        <pc:spChg chg="add">
          <ac:chgData name="Karma *" userId="577cfc4d9e519ef4" providerId="LiveId" clId="{E96FEEED-1724-4A77-9697-DEE823582794}" dt="2025-10-08T08:21:49.758" v="85" actId="26606"/>
          <ac:spMkLst>
            <pc:docMk/>
            <pc:sldMk cId="0" sldId="269"/>
            <ac:spMk id="21" creationId="{967D8EB6-EAE1-4F9C-B398-83321E287204}"/>
          </ac:spMkLst>
        </pc:spChg>
        <pc:picChg chg="add">
          <ac:chgData name="Karma *" userId="577cfc4d9e519ef4" providerId="LiveId" clId="{E96FEEED-1724-4A77-9697-DEE823582794}" dt="2025-10-08T08:21:49.758" v="85" actId="26606"/>
          <ac:picMkLst>
            <pc:docMk/>
            <pc:sldMk cId="0" sldId="269"/>
            <ac:picMk id="16" creationId="{0077AF2A-EC30-E626-7D0C-64D92A20D226}"/>
          </ac:picMkLst>
        </pc:picChg>
      </pc:sldChg>
      <pc:sldChg chg="addSp delSp modSp mod modNotesTx">
        <pc:chgData name="Karma *" userId="577cfc4d9e519ef4" providerId="LiveId" clId="{E96FEEED-1724-4A77-9697-DEE823582794}" dt="2025-10-08T08:22:25.490" v="89" actId="26606"/>
        <pc:sldMkLst>
          <pc:docMk/>
          <pc:sldMk cId="0" sldId="270"/>
        </pc:sldMkLst>
        <pc:spChg chg="mod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8" creationId="{907EF6B7-1338-4443-8C46-6A318D952DFD}"/>
          </ac:spMkLst>
        </pc:spChg>
        <pc:spChg chg="del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10" creationId="{DAAE4CDD-124C-4DCF-9584-B6033B545DD5}"/>
          </ac:spMkLst>
        </pc:spChg>
        <pc:spChg chg="del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12" creationId="{081E4A58-353D-44AE-B2FC-2A74E2E400F7}"/>
          </ac:spMkLst>
        </pc:spChg>
        <pc:spChg chg="add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18" creationId="{7517A47C-B2E5-4B79-8061-D74B1311AF6E}"/>
          </ac:spMkLst>
        </pc:spChg>
        <pc:spChg chg="add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20" creationId="{C505E780-2083-4CB5-A42A-5E0E2908ECC3}"/>
          </ac:spMkLst>
        </pc:spChg>
        <pc:spChg chg="add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22" creationId="{D2C0AE1C-0118-41AE-8A10-7CDCBF10E96F}"/>
          </ac:spMkLst>
        </pc:spChg>
        <pc:spChg chg="add">
          <ac:chgData name="Karma *" userId="577cfc4d9e519ef4" providerId="LiveId" clId="{E96FEEED-1724-4A77-9697-DEE823582794}" dt="2025-10-08T08:22:25.490" v="89" actId="26606"/>
          <ac:spMkLst>
            <pc:docMk/>
            <pc:sldMk cId="0" sldId="270"/>
            <ac:spMk id="24" creationId="{463EEC44-1BA3-44ED-81FC-A644B04B2A44}"/>
          </ac:spMkLst>
        </pc:spChg>
        <pc:graphicFrameChg chg="add">
          <ac:chgData name="Karma *" userId="577cfc4d9e519ef4" providerId="LiveId" clId="{E96FEEED-1724-4A77-9697-DEE823582794}" dt="2025-10-08T08:22:25.490" v="89" actId="26606"/>
          <ac:graphicFrameMkLst>
            <pc:docMk/>
            <pc:sldMk cId="0" sldId="270"/>
            <ac:graphicFrameMk id="14" creationId="{F49607F5-9CA1-3F2B-7232-93DCDAE43770}"/>
          </ac:graphicFrameMkLst>
        </pc:graphicFrameChg>
      </pc:sldChg>
      <pc:sldChg chg="addSp delSp modSp mod modNotesTx">
        <pc:chgData name="Karma *" userId="577cfc4d9e519ef4" providerId="LiveId" clId="{E96FEEED-1724-4A77-9697-DEE823582794}" dt="2025-10-08T08:24:12.044" v="91" actId="255"/>
        <pc:sldMkLst>
          <pc:docMk/>
          <pc:sldMk cId="0" sldId="271"/>
        </pc:sldMkLst>
        <pc:spChg chg="mod">
          <ac:chgData name="Karma *" userId="577cfc4d9e519ef4" providerId="LiveId" clId="{E96FEEED-1724-4A77-9697-DEE823582794}" dt="2025-10-08T08:22:43.149" v="90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24:12.044" v="91" actId="255"/>
          <ac:spMkLst>
            <pc:docMk/>
            <pc:sldMk cId="0" sldId="271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22:43.149" v="90" actId="26606"/>
          <ac:spMkLst>
            <pc:docMk/>
            <pc:sldMk cId="0" sldId="271"/>
            <ac:spMk id="8" creationId="{907EF6B7-1338-4443-8C46-6A318D952DFD}"/>
          </ac:spMkLst>
        </pc:spChg>
        <pc:spChg chg="del">
          <ac:chgData name="Karma *" userId="577cfc4d9e519ef4" providerId="LiveId" clId="{E96FEEED-1724-4A77-9697-DEE823582794}" dt="2025-10-08T08:22:43.149" v="90" actId="26606"/>
          <ac:spMkLst>
            <pc:docMk/>
            <pc:sldMk cId="0" sldId="271"/>
            <ac:spMk id="10" creationId="{DAAE4CDD-124C-4DCF-9584-B6033B545DD5}"/>
          </ac:spMkLst>
        </pc:spChg>
        <pc:spChg chg="del">
          <ac:chgData name="Karma *" userId="577cfc4d9e519ef4" providerId="LiveId" clId="{E96FEEED-1724-4A77-9697-DEE823582794}" dt="2025-10-08T08:22:43.149" v="90" actId="26606"/>
          <ac:spMkLst>
            <pc:docMk/>
            <pc:sldMk cId="0" sldId="271"/>
            <ac:spMk id="12" creationId="{081E4A58-353D-44AE-B2FC-2A74E2E400F7}"/>
          </ac:spMkLst>
        </pc:spChg>
        <pc:spChg chg="add">
          <ac:chgData name="Karma *" userId="577cfc4d9e519ef4" providerId="LiveId" clId="{E96FEEED-1724-4A77-9697-DEE823582794}" dt="2025-10-08T08:22:43.149" v="90" actId="26606"/>
          <ac:spMkLst>
            <pc:docMk/>
            <pc:sldMk cId="0" sldId="271"/>
            <ac:spMk id="17" creationId="{777A147A-9ED8-46B4-8660-1B3C2AA880B5}"/>
          </ac:spMkLst>
        </pc:spChg>
        <pc:spChg chg="add">
          <ac:chgData name="Karma *" userId="577cfc4d9e519ef4" providerId="LiveId" clId="{E96FEEED-1724-4A77-9697-DEE823582794}" dt="2025-10-08T08:22:43.149" v="90" actId="26606"/>
          <ac:spMkLst>
            <pc:docMk/>
            <pc:sldMk cId="0" sldId="271"/>
            <ac:spMk id="19" creationId="{5D6C15A0-C087-4593-8414-2B4EC1CDC3DE}"/>
          </ac:spMkLst>
        </pc:spChg>
      </pc:sldChg>
      <pc:sldChg chg="addSp delSp modSp mod modNotesTx">
        <pc:chgData name="Karma *" userId="577cfc4d9e519ef4" providerId="LiveId" clId="{E96FEEED-1724-4A77-9697-DEE823582794}" dt="2025-10-08T08:24:29.452" v="94" actId="14100"/>
        <pc:sldMkLst>
          <pc:docMk/>
          <pc:sldMk cId="0" sldId="272"/>
        </pc:sldMkLst>
        <pc:spChg chg="mod">
          <ac:chgData name="Karma *" userId="577cfc4d9e519ef4" providerId="LiveId" clId="{E96FEEED-1724-4A77-9697-DEE823582794}" dt="2025-10-08T08:24:20.569" v="92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24:29.452" v="94" actId="14100"/>
          <ac:spMkLst>
            <pc:docMk/>
            <pc:sldMk cId="0" sldId="272"/>
            <ac:spMk id="3" creationId="{00000000-0000-0000-0000-000000000000}"/>
          </ac:spMkLst>
        </pc:spChg>
        <pc:spChg chg="del">
          <ac:chgData name="Karma *" userId="577cfc4d9e519ef4" providerId="LiveId" clId="{E96FEEED-1724-4A77-9697-DEE823582794}" dt="2025-10-08T08:24:20.569" v="92" actId="26606"/>
          <ac:spMkLst>
            <pc:docMk/>
            <pc:sldMk cId="0" sldId="272"/>
            <ac:spMk id="8" creationId="{907EF6B7-1338-4443-8C46-6A318D952DFD}"/>
          </ac:spMkLst>
        </pc:spChg>
        <pc:spChg chg="del">
          <ac:chgData name="Karma *" userId="577cfc4d9e519ef4" providerId="LiveId" clId="{E96FEEED-1724-4A77-9697-DEE823582794}" dt="2025-10-08T08:24:20.569" v="92" actId="26606"/>
          <ac:spMkLst>
            <pc:docMk/>
            <pc:sldMk cId="0" sldId="272"/>
            <ac:spMk id="10" creationId="{DAAE4CDD-124C-4DCF-9584-B6033B545DD5}"/>
          </ac:spMkLst>
        </pc:spChg>
        <pc:spChg chg="del">
          <ac:chgData name="Karma *" userId="577cfc4d9e519ef4" providerId="LiveId" clId="{E96FEEED-1724-4A77-9697-DEE823582794}" dt="2025-10-08T08:24:20.569" v="92" actId="26606"/>
          <ac:spMkLst>
            <pc:docMk/>
            <pc:sldMk cId="0" sldId="272"/>
            <ac:spMk id="12" creationId="{081E4A58-353D-44AE-B2FC-2A74E2E400F7}"/>
          </ac:spMkLst>
        </pc:spChg>
        <pc:spChg chg="add">
          <ac:chgData name="Karma *" userId="577cfc4d9e519ef4" providerId="LiveId" clId="{E96FEEED-1724-4A77-9697-DEE823582794}" dt="2025-10-08T08:24:20.569" v="92" actId="26606"/>
          <ac:spMkLst>
            <pc:docMk/>
            <pc:sldMk cId="0" sldId="272"/>
            <ac:spMk id="19" creationId="{59A309A7-1751-4ABE-A3C1-EEC40366AD89}"/>
          </ac:spMkLst>
        </pc:spChg>
        <pc:spChg chg="add">
          <ac:chgData name="Karma *" userId="577cfc4d9e519ef4" providerId="LiveId" clId="{E96FEEED-1724-4A77-9697-DEE823582794}" dt="2025-10-08T08:24:20.569" v="92" actId="26606"/>
          <ac:spMkLst>
            <pc:docMk/>
            <pc:sldMk cId="0" sldId="272"/>
            <ac:spMk id="21" creationId="{967D8EB6-EAE1-4F9C-B398-83321E287204}"/>
          </ac:spMkLst>
        </pc:spChg>
        <pc:picChg chg="add">
          <ac:chgData name="Karma *" userId="577cfc4d9e519ef4" providerId="LiveId" clId="{E96FEEED-1724-4A77-9697-DEE823582794}" dt="2025-10-08T08:24:20.569" v="92" actId="26606"/>
          <ac:picMkLst>
            <pc:docMk/>
            <pc:sldMk cId="0" sldId="272"/>
            <ac:picMk id="16" creationId="{6BE3B29F-5693-816A-5E4B-29969B2D7644}"/>
          </ac:picMkLst>
        </pc:picChg>
      </pc:sldChg>
      <pc:sldChg chg="addSp delSp modSp mod modNotesTx">
        <pc:chgData name="Karma *" userId="577cfc4d9e519ef4" providerId="LiveId" clId="{E96FEEED-1724-4A77-9697-DEE823582794}" dt="2025-10-08T08:25:12.023" v="100" actId="14100"/>
        <pc:sldMkLst>
          <pc:docMk/>
          <pc:sldMk cId="0" sldId="273"/>
        </pc:sldMkLst>
        <pc:spChg chg="mod">
          <ac:chgData name="Karma *" userId="577cfc4d9e519ef4" providerId="LiveId" clId="{E96FEEED-1724-4A77-9697-DEE823582794}" dt="2025-10-08T08:24:59.816" v="96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Karma *" userId="577cfc4d9e519ef4" providerId="LiveId" clId="{E96FEEED-1724-4A77-9697-DEE823582794}" dt="2025-10-08T08:25:12.023" v="100" actId="14100"/>
          <ac:spMkLst>
            <pc:docMk/>
            <pc:sldMk cId="0" sldId="273"/>
            <ac:spMk id="3" creationId="{00000000-0000-0000-0000-000000000000}"/>
          </ac:spMkLst>
        </pc:spChg>
        <pc:spChg chg="add del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8" creationId="{907EF6B7-1338-4443-8C46-6A318D952DFD}"/>
          </ac:spMkLst>
        </pc:spChg>
        <pc:spChg chg="add del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10" creationId="{DAAE4CDD-124C-4DCF-9584-B6033B545DD5}"/>
          </ac:spMkLst>
        </pc:spChg>
        <pc:spChg chg="add del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12" creationId="{081E4A58-353D-44AE-B2FC-2A74E2E400F7}"/>
          </ac:spMkLst>
        </pc:spChg>
        <pc:spChg chg="add del">
          <ac:chgData name="Karma *" userId="577cfc4d9e519ef4" providerId="LiveId" clId="{E96FEEED-1724-4A77-9697-DEE823582794}" dt="2025-10-08T08:24:59.816" v="96" actId="26606"/>
          <ac:spMkLst>
            <pc:docMk/>
            <pc:sldMk cId="0" sldId="273"/>
            <ac:spMk id="17" creationId="{081EA652-8C6A-4E69-BEB9-170809474553}"/>
          </ac:spMkLst>
        </pc:spChg>
        <pc:spChg chg="add del">
          <ac:chgData name="Karma *" userId="577cfc4d9e519ef4" providerId="LiveId" clId="{E96FEEED-1724-4A77-9697-DEE823582794}" dt="2025-10-08T08:24:59.816" v="96" actId="26606"/>
          <ac:spMkLst>
            <pc:docMk/>
            <pc:sldMk cId="0" sldId="273"/>
            <ac:spMk id="19" creationId="{5298780A-33B9-4EA2-8F67-DE68AD62841B}"/>
          </ac:spMkLst>
        </pc:spChg>
        <pc:spChg chg="add del">
          <ac:chgData name="Karma *" userId="577cfc4d9e519ef4" providerId="LiveId" clId="{E96FEEED-1724-4A77-9697-DEE823582794}" dt="2025-10-08T08:24:59.816" v="96" actId="26606"/>
          <ac:spMkLst>
            <pc:docMk/>
            <pc:sldMk cId="0" sldId="273"/>
            <ac:spMk id="21" creationId="{7F488E8B-4E1E-4402-8935-D4E6C02615C7}"/>
          </ac:spMkLst>
        </pc:spChg>
        <pc:spChg chg="add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23" creationId="{21C9FE86-FCC3-4A31-AA1C-C882262B7FE7}"/>
          </ac:spMkLst>
        </pc:spChg>
        <pc:spChg chg="add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24" creationId="{DEE2AD96-B495-4E06-9291-B71706F728CB}"/>
          </ac:spMkLst>
        </pc:spChg>
        <pc:spChg chg="add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25" creationId="{7D96243B-ECED-4B71-8E06-AE9A285EAD20}"/>
          </ac:spMkLst>
        </pc:spChg>
        <pc:spChg chg="add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26" creationId="{53CF6D67-C5A8-4ADD-9E8E-1E38CA1D3166}"/>
          </ac:spMkLst>
        </pc:spChg>
        <pc:spChg chg="add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27" creationId="{A09989E4-EFDC-4A90-A633-E0525FB4139E}"/>
          </ac:spMkLst>
        </pc:spChg>
        <pc:spChg chg="add">
          <ac:chgData name="Karma *" userId="577cfc4d9e519ef4" providerId="LiveId" clId="{E96FEEED-1724-4A77-9697-DEE823582794}" dt="2025-10-08T08:24:59.827" v="97" actId="26606"/>
          <ac:spMkLst>
            <pc:docMk/>
            <pc:sldMk cId="0" sldId="273"/>
            <ac:spMk id="28" creationId="{86909FA0-B515-4681-B7A8-FA281D133B9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CE718C-445A-4F3E-94E1-9D815FD7006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9B980E-057B-4DCF-8AF3-C0879213A671}">
      <dgm:prSet/>
      <dgm:spPr/>
      <dgm:t>
        <a:bodyPr/>
        <a:lstStyle/>
        <a:p>
          <a:r>
            <a:rPr lang="en-US" dirty="0"/>
            <a:t>SAST: Bandit, SonarQube</a:t>
          </a:r>
        </a:p>
      </dgm:t>
    </dgm:pt>
    <dgm:pt modelId="{7F0E925E-DB89-40B5-A763-B6FDCAF2057F}" type="parTrans" cxnId="{D7EE55C7-EB55-4476-9FF4-6E44A7C9E6A7}">
      <dgm:prSet/>
      <dgm:spPr/>
      <dgm:t>
        <a:bodyPr/>
        <a:lstStyle/>
        <a:p>
          <a:endParaRPr lang="en-US"/>
        </a:p>
      </dgm:t>
    </dgm:pt>
    <dgm:pt modelId="{4D3613E4-5D8D-447A-88FE-C0B426AB77F7}" type="sibTrans" cxnId="{D7EE55C7-EB55-4476-9FF4-6E44A7C9E6A7}">
      <dgm:prSet/>
      <dgm:spPr/>
      <dgm:t>
        <a:bodyPr/>
        <a:lstStyle/>
        <a:p>
          <a:endParaRPr lang="en-US"/>
        </a:p>
      </dgm:t>
    </dgm:pt>
    <dgm:pt modelId="{822C63B4-1A7B-4B77-8B3D-5B97A5702447}">
      <dgm:prSet/>
      <dgm:spPr/>
      <dgm:t>
        <a:bodyPr/>
        <a:lstStyle/>
        <a:p>
          <a:r>
            <a:rPr lang="en-US" dirty="0"/>
            <a:t>DAST: OWASP ZAP, </a:t>
          </a:r>
          <a:r>
            <a:rPr lang="en-US" dirty="0" err="1"/>
            <a:t>Nikto</a:t>
          </a:r>
          <a:endParaRPr lang="en-US" dirty="0"/>
        </a:p>
      </dgm:t>
    </dgm:pt>
    <dgm:pt modelId="{AEAD9E32-1DAF-43A0-B2DF-F45C56277757}" type="parTrans" cxnId="{AB4DD3FF-6AC2-4A47-B8DF-DEB5A1A722B4}">
      <dgm:prSet/>
      <dgm:spPr/>
      <dgm:t>
        <a:bodyPr/>
        <a:lstStyle/>
        <a:p>
          <a:endParaRPr lang="en-US"/>
        </a:p>
      </dgm:t>
    </dgm:pt>
    <dgm:pt modelId="{F73D4926-E2BE-43E5-9597-04007C867616}" type="sibTrans" cxnId="{AB4DD3FF-6AC2-4A47-B8DF-DEB5A1A722B4}">
      <dgm:prSet/>
      <dgm:spPr/>
      <dgm:t>
        <a:bodyPr/>
        <a:lstStyle/>
        <a:p>
          <a:endParaRPr lang="en-US"/>
        </a:p>
      </dgm:t>
    </dgm:pt>
    <dgm:pt modelId="{DFB2F1F4-CF80-4251-B2F5-480908A24D8B}">
      <dgm:prSet/>
      <dgm:spPr/>
      <dgm:t>
        <a:bodyPr/>
        <a:lstStyle/>
        <a:p>
          <a:r>
            <a:rPr lang="en-US" dirty="0"/>
            <a:t>Dependency Scanning: pip-audit</a:t>
          </a:r>
        </a:p>
      </dgm:t>
    </dgm:pt>
    <dgm:pt modelId="{ED806995-237B-4D05-BACB-F1C33091413D}" type="parTrans" cxnId="{F3BC3724-B2F6-4F30-91BA-0DF636B2A3EB}">
      <dgm:prSet/>
      <dgm:spPr/>
      <dgm:t>
        <a:bodyPr/>
        <a:lstStyle/>
        <a:p>
          <a:endParaRPr lang="en-US"/>
        </a:p>
      </dgm:t>
    </dgm:pt>
    <dgm:pt modelId="{3B399C2E-0E87-4C5E-A821-F29800DF81C4}" type="sibTrans" cxnId="{F3BC3724-B2F6-4F30-91BA-0DF636B2A3EB}">
      <dgm:prSet/>
      <dgm:spPr/>
      <dgm:t>
        <a:bodyPr/>
        <a:lstStyle/>
        <a:p>
          <a:endParaRPr lang="en-US"/>
        </a:p>
      </dgm:t>
    </dgm:pt>
    <dgm:pt modelId="{72E8DDF4-A615-47FA-8A06-92DD32677574}">
      <dgm:prSet/>
      <dgm:spPr/>
      <dgm:t>
        <a:bodyPr/>
        <a:lstStyle/>
        <a:p>
          <a:r>
            <a:rPr lang="en-US" dirty="0"/>
            <a:t>Monitoring: ELK Stack</a:t>
          </a:r>
        </a:p>
      </dgm:t>
    </dgm:pt>
    <dgm:pt modelId="{D81751FB-4754-4D47-AF1A-A3A4EB6E12D5}" type="parTrans" cxnId="{EB9F5794-2DD2-4D18-86BE-25F9A7B3506E}">
      <dgm:prSet/>
      <dgm:spPr/>
      <dgm:t>
        <a:bodyPr/>
        <a:lstStyle/>
        <a:p>
          <a:endParaRPr lang="en-US"/>
        </a:p>
      </dgm:t>
    </dgm:pt>
    <dgm:pt modelId="{107A6852-DDD0-4F5D-99DD-B60DA6FAE8C4}" type="sibTrans" cxnId="{EB9F5794-2DD2-4D18-86BE-25F9A7B3506E}">
      <dgm:prSet/>
      <dgm:spPr/>
      <dgm:t>
        <a:bodyPr/>
        <a:lstStyle/>
        <a:p>
          <a:endParaRPr lang="en-US"/>
        </a:p>
      </dgm:t>
    </dgm:pt>
    <dgm:pt modelId="{D903D592-8DB4-41DC-A4A8-95E89D884E4E}">
      <dgm:prSet/>
      <dgm:spPr/>
      <dgm:t>
        <a:bodyPr/>
        <a:lstStyle/>
        <a:p>
          <a:r>
            <a:rPr lang="en-US" dirty="0"/>
            <a:t>CI/CD: GitHub Actions</a:t>
          </a:r>
        </a:p>
      </dgm:t>
    </dgm:pt>
    <dgm:pt modelId="{49DE320C-483C-4484-A1E7-DB092FE94FD3}" type="parTrans" cxnId="{1086E103-01C0-455F-BC84-A1FF0DB3478A}">
      <dgm:prSet/>
      <dgm:spPr/>
      <dgm:t>
        <a:bodyPr/>
        <a:lstStyle/>
        <a:p>
          <a:endParaRPr lang="en-US"/>
        </a:p>
      </dgm:t>
    </dgm:pt>
    <dgm:pt modelId="{1CB8F002-0FA9-465C-A93E-A858F822121E}" type="sibTrans" cxnId="{1086E103-01C0-455F-BC84-A1FF0DB3478A}">
      <dgm:prSet/>
      <dgm:spPr/>
      <dgm:t>
        <a:bodyPr/>
        <a:lstStyle/>
        <a:p>
          <a:endParaRPr lang="en-US"/>
        </a:p>
      </dgm:t>
    </dgm:pt>
    <dgm:pt modelId="{ED678EEF-85C7-4179-9AA8-2E1DE472D52A}" type="pres">
      <dgm:prSet presAssocID="{86CE718C-445A-4F3E-94E1-9D815FD70065}" presName="root" presStyleCnt="0">
        <dgm:presLayoutVars>
          <dgm:dir/>
          <dgm:resizeHandles val="exact"/>
        </dgm:presLayoutVars>
      </dgm:prSet>
      <dgm:spPr/>
    </dgm:pt>
    <dgm:pt modelId="{6689058B-D1B2-4A90-B945-B84783DDE425}" type="pres">
      <dgm:prSet presAssocID="{599B980E-057B-4DCF-8AF3-C0879213A671}" presName="compNode" presStyleCnt="0"/>
      <dgm:spPr/>
    </dgm:pt>
    <dgm:pt modelId="{85F78030-8F38-4360-85ED-02B23F6DF171}" type="pres">
      <dgm:prSet presAssocID="{599B980E-057B-4DCF-8AF3-C0879213A671}" presName="bgRect" presStyleLbl="bgShp" presStyleIdx="0" presStyleCnt="5"/>
      <dgm:spPr/>
    </dgm:pt>
    <dgm:pt modelId="{987EFFA1-5338-4403-BB84-BCE057210E15}" type="pres">
      <dgm:prSet presAssocID="{599B980E-057B-4DCF-8AF3-C0879213A67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AF93501-4C3D-4A95-8FD4-8177D8C04D0E}" type="pres">
      <dgm:prSet presAssocID="{599B980E-057B-4DCF-8AF3-C0879213A671}" presName="spaceRect" presStyleCnt="0"/>
      <dgm:spPr/>
    </dgm:pt>
    <dgm:pt modelId="{91B60A1F-B7DC-4517-BF18-6E76ACEB1486}" type="pres">
      <dgm:prSet presAssocID="{599B980E-057B-4DCF-8AF3-C0879213A671}" presName="parTx" presStyleLbl="revTx" presStyleIdx="0" presStyleCnt="5">
        <dgm:presLayoutVars>
          <dgm:chMax val="0"/>
          <dgm:chPref val="0"/>
        </dgm:presLayoutVars>
      </dgm:prSet>
      <dgm:spPr/>
    </dgm:pt>
    <dgm:pt modelId="{A3097FD2-DDD7-4325-ACA8-3A6758544DED}" type="pres">
      <dgm:prSet presAssocID="{4D3613E4-5D8D-447A-88FE-C0B426AB77F7}" presName="sibTrans" presStyleCnt="0"/>
      <dgm:spPr/>
    </dgm:pt>
    <dgm:pt modelId="{DE627867-A6DF-4601-AFF7-A3B05F4DF99F}" type="pres">
      <dgm:prSet presAssocID="{822C63B4-1A7B-4B77-8B3D-5B97A5702447}" presName="compNode" presStyleCnt="0"/>
      <dgm:spPr/>
    </dgm:pt>
    <dgm:pt modelId="{14CD1782-5366-48C8-8BAE-5E06B3489FE1}" type="pres">
      <dgm:prSet presAssocID="{822C63B4-1A7B-4B77-8B3D-5B97A5702447}" presName="bgRect" presStyleLbl="bgShp" presStyleIdx="1" presStyleCnt="5"/>
      <dgm:spPr/>
    </dgm:pt>
    <dgm:pt modelId="{1765038C-966B-470D-BB98-C509286EA6CB}" type="pres">
      <dgm:prSet presAssocID="{822C63B4-1A7B-4B77-8B3D-5B97A570244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17086ED-0A6F-416A-B323-ACB9D81DD698}" type="pres">
      <dgm:prSet presAssocID="{822C63B4-1A7B-4B77-8B3D-5B97A5702447}" presName="spaceRect" presStyleCnt="0"/>
      <dgm:spPr/>
    </dgm:pt>
    <dgm:pt modelId="{4C4D1E35-4F95-4DB6-AD79-A8A59DFB6EF5}" type="pres">
      <dgm:prSet presAssocID="{822C63B4-1A7B-4B77-8B3D-5B97A5702447}" presName="parTx" presStyleLbl="revTx" presStyleIdx="1" presStyleCnt="5">
        <dgm:presLayoutVars>
          <dgm:chMax val="0"/>
          <dgm:chPref val="0"/>
        </dgm:presLayoutVars>
      </dgm:prSet>
      <dgm:spPr/>
    </dgm:pt>
    <dgm:pt modelId="{04FBDAD9-D02F-493B-B06D-0567756DC821}" type="pres">
      <dgm:prSet presAssocID="{F73D4926-E2BE-43E5-9597-04007C867616}" presName="sibTrans" presStyleCnt="0"/>
      <dgm:spPr/>
    </dgm:pt>
    <dgm:pt modelId="{D9F991BE-4106-4EB5-8FB2-16752CD98A05}" type="pres">
      <dgm:prSet presAssocID="{DFB2F1F4-CF80-4251-B2F5-480908A24D8B}" presName="compNode" presStyleCnt="0"/>
      <dgm:spPr/>
    </dgm:pt>
    <dgm:pt modelId="{688CE87D-E935-45C3-A6E8-C5504CB3DC0B}" type="pres">
      <dgm:prSet presAssocID="{DFB2F1F4-CF80-4251-B2F5-480908A24D8B}" presName="bgRect" presStyleLbl="bgShp" presStyleIdx="2" presStyleCnt="5"/>
      <dgm:spPr/>
    </dgm:pt>
    <dgm:pt modelId="{76761B75-AB3E-41AD-8E0E-9B3AF80C9EDA}" type="pres">
      <dgm:prSet presAssocID="{DFB2F1F4-CF80-4251-B2F5-480908A24D8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50DCBCC4-B10A-4747-827B-0AA53D374C7B}" type="pres">
      <dgm:prSet presAssocID="{DFB2F1F4-CF80-4251-B2F5-480908A24D8B}" presName="spaceRect" presStyleCnt="0"/>
      <dgm:spPr/>
    </dgm:pt>
    <dgm:pt modelId="{D6215978-A177-492B-8098-28C59DD0DF5C}" type="pres">
      <dgm:prSet presAssocID="{DFB2F1F4-CF80-4251-B2F5-480908A24D8B}" presName="parTx" presStyleLbl="revTx" presStyleIdx="2" presStyleCnt="5">
        <dgm:presLayoutVars>
          <dgm:chMax val="0"/>
          <dgm:chPref val="0"/>
        </dgm:presLayoutVars>
      </dgm:prSet>
      <dgm:spPr/>
    </dgm:pt>
    <dgm:pt modelId="{A433AAE4-03C9-4206-B36D-DEF84A1D686F}" type="pres">
      <dgm:prSet presAssocID="{3B399C2E-0E87-4C5E-A821-F29800DF81C4}" presName="sibTrans" presStyleCnt="0"/>
      <dgm:spPr/>
    </dgm:pt>
    <dgm:pt modelId="{C5A16F4C-9E67-429D-AA97-04D94DA0807B}" type="pres">
      <dgm:prSet presAssocID="{72E8DDF4-A615-47FA-8A06-92DD32677574}" presName="compNode" presStyleCnt="0"/>
      <dgm:spPr/>
    </dgm:pt>
    <dgm:pt modelId="{C7B128EE-3A4B-4D6D-9C57-7A31AD282FDB}" type="pres">
      <dgm:prSet presAssocID="{72E8DDF4-A615-47FA-8A06-92DD32677574}" presName="bgRect" presStyleLbl="bgShp" presStyleIdx="3" presStyleCnt="5"/>
      <dgm:spPr/>
    </dgm:pt>
    <dgm:pt modelId="{61AF8584-2C44-4ECB-8F4D-448D371370EB}" type="pres">
      <dgm:prSet presAssocID="{72E8DDF4-A615-47FA-8A06-92DD326775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B78304BA-1A5A-44B3-A0AC-4A1175B94275}" type="pres">
      <dgm:prSet presAssocID="{72E8DDF4-A615-47FA-8A06-92DD32677574}" presName="spaceRect" presStyleCnt="0"/>
      <dgm:spPr/>
    </dgm:pt>
    <dgm:pt modelId="{587BCD69-3104-436C-AFAA-A228F991DA56}" type="pres">
      <dgm:prSet presAssocID="{72E8DDF4-A615-47FA-8A06-92DD32677574}" presName="parTx" presStyleLbl="revTx" presStyleIdx="3" presStyleCnt="5">
        <dgm:presLayoutVars>
          <dgm:chMax val="0"/>
          <dgm:chPref val="0"/>
        </dgm:presLayoutVars>
      </dgm:prSet>
      <dgm:spPr/>
    </dgm:pt>
    <dgm:pt modelId="{48A8B05E-3F64-4EBC-8307-07B3C6440AF8}" type="pres">
      <dgm:prSet presAssocID="{107A6852-DDD0-4F5D-99DD-B60DA6FAE8C4}" presName="sibTrans" presStyleCnt="0"/>
      <dgm:spPr/>
    </dgm:pt>
    <dgm:pt modelId="{5C793050-E9CE-4BC3-842A-163A6D2BB3A9}" type="pres">
      <dgm:prSet presAssocID="{D903D592-8DB4-41DC-A4A8-95E89D884E4E}" presName="compNode" presStyleCnt="0"/>
      <dgm:spPr/>
    </dgm:pt>
    <dgm:pt modelId="{706E9197-3182-48B8-A507-C4C1677BB0B0}" type="pres">
      <dgm:prSet presAssocID="{D903D592-8DB4-41DC-A4A8-95E89D884E4E}" presName="bgRect" presStyleLbl="bgShp" presStyleIdx="4" presStyleCnt="5"/>
      <dgm:spPr/>
    </dgm:pt>
    <dgm:pt modelId="{A9A38E3A-31A4-4613-922E-CFD50A0E7BCD}" type="pres">
      <dgm:prSet presAssocID="{D903D592-8DB4-41DC-A4A8-95E89D884E4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553272D2-B3C4-498A-8DBF-A63C31B1D831}" type="pres">
      <dgm:prSet presAssocID="{D903D592-8DB4-41DC-A4A8-95E89D884E4E}" presName="spaceRect" presStyleCnt="0"/>
      <dgm:spPr/>
    </dgm:pt>
    <dgm:pt modelId="{D71D4D26-D274-4521-89BE-FDFAE5CB5FA9}" type="pres">
      <dgm:prSet presAssocID="{D903D592-8DB4-41DC-A4A8-95E89D884E4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086E103-01C0-455F-BC84-A1FF0DB3478A}" srcId="{86CE718C-445A-4F3E-94E1-9D815FD70065}" destId="{D903D592-8DB4-41DC-A4A8-95E89D884E4E}" srcOrd="4" destOrd="0" parTransId="{49DE320C-483C-4484-A1E7-DB092FE94FD3}" sibTransId="{1CB8F002-0FA9-465C-A93E-A858F822121E}"/>
    <dgm:cxn modelId="{3E13010E-0AF4-46D0-97AF-49FDCBB1ED08}" type="presOf" srcId="{599B980E-057B-4DCF-8AF3-C0879213A671}" destId="{91B60A1F-B7DC-4517-BF18-6E76ACEB1486}" srcOrd="0" destOrd="0" presId="urn:microsoft.com/office/officeart/2018/2/layout/IconVerticalSolidList"/>
    <dgm:cxn modelId="{775BEA11-C0A4-45B6-A0D7-948CCAC5E0B4}" type="presOf" srcId="{822C63B4-1A7B-4B77-8B3D-5B97A5702447}" destId="{4C4D1E35-4F95-4DB6-AD79-A8A59DFB6EF5}" srcOrd="0" destOrd="0" presId="urn:microsoft.com/office/officeart/2018/2/layout/IconVerticalSolidList"/>
    <dgm:cxn modelId="{F3BC3724-B2F6-4F30-91BA-0DF636B2A3EB}" srcId="{86CE718C-445A-4F3E-94E1-9D815FD70065}" destId="{DFB2F1F4-CF80-4251-B2F5-480908A24D8B}" srcOrd="2" destOrd="0" parTransId="{ED806995-237B-4D05-BACB-F1C33091413D}" sibTransId="{3B399C2E-0E87-4C5E-A821-F29800DF81C4}"/>
    <dgm:cxn modelId="{39170D79-03BB-4105-92F4-09304E692F40}" type="presOf" srcId="{86CE718C-445A-4F3E-94E1-9D815FD70065}" destId="{ED678EEF-85C7-4179-9AA8-2E1DE472D52A}" srcOrd="0" destOrd="0" presId="urn:microsoft.com/office/officeart/2018/2/layout/IconVerticalSolidList"/>
    <dgm:cxn modelId="{C340BE7C-D370-4695-998F-B46C82C36FC5}" type="presOf" srcId="{DFB2F1F4-CF80-4251-B2F5-480908A24D8B}" destId="{D6215978-A177-492B-8098-28C59DD0DF5C}" srcOrd="0" destOrd="0" presId="urn:microsoft.com/office/officeart/2018/2/layout/IconVerticalSolidList"/>
    <dgm:cxn modelId="{EB9F5794-2DD2-4D18-86BE-25F9A7B3506E}" srcId="{86CE718C-445A-4F3E-94E1-9D815FD70065}" destId="{72E8DDF4-A615-47FA-8A06-92DD32677574}" srcOrd="3" destOrd="0" parTransId="{D81751FB-4754-4D47-AF1A-A3A4EB6E12D5}" sibTransId="{107A6852-DDD0-4F5D-99DD-B60DA6FAE8C4}"/>
    <dgm:cxn modelId="{93636797-062A-4E79-8468-D0640DA01CF2}" type="presOf" srcId="{D903D592-8DB4-41DC-A4A8-95E89D884E4E}" destId="{D71D4D26-D274-4521-89BE-FDFAE5CB5FA9}" srcOrd="0" destOrd="0" presId="urn:microsoft.com/office/officeart/2018/2/layout/IconVerticalSolidList"/>
    <dgm:cxn modelId="{D7EE55C7-EB55-4476-9FF4-6E44A7C9E6A7}" srcId="{86CE718C-445A-4F3E-94E1-9D815FD70065}" destId="{599B980E-057B-4DCF-8AF3-C0879213A671}" srcOrd="0" destOrd="0" parTransId="{7F0E925E-DB89-40B5-A763-B6FDCAF2057F}" sibTransId="{4D3613E4-5D8D-447A-88FE-C0B426AB77F7}"/>
    <dgm:cxn modelId="{F28F62FD-CAE4-4CB8-87D8-F2A5FD29E51D}" type="presOf" srcId="{72E8DDF4-A615-47FA-8A06-92DD32677574}" destId="{587BCD69-3104-436C-AFAA-A228F991DA56}" srcOrd="0" destOrd="0" presId="urn:microsoft.com/office/officeart/2018/2/layout/IconVerticalSolidList"/>
    <dgm:cxn modelId="{AB4DD3FF-6AC2-4A47-B8DF-DEB5A1A722B4}" srcId="{86CE718C-445A-4F3E-94E1-9D815FD70065}" destId="{822C63B4-1A7B-4B77-8B3D-5B97A5702447}" srcOrd="1" destOrd="0" parTransId="{AEAD9E32-1DAF-43A0-B2DF-F45C56277757}" sibTransId="{F73D4926-E2BE-43E5-9597-04007C867616}"/>
    <dgm:cxn modelId="{25B50A41-4207-4384-BE42-D137A2D732CA}" type="presParOf" srcId="{ED678EEF-85C7-4179-9AA8-2E1DE472D52A}" destId="{6689058B-D1B2-4A90-B945-B84783DDE425}" srcOrd="0" destOrd="0" presId="urn:microsoft.com/office/officeart/2018/2/layout/IconVerticalSolidList"/>
    <dgm:cxn modelId="{EAD01239-903D-4834-93F6-078C0C35711E}" type="presParOf" srcId="{6689058B-D1B2-4A90-B945-B84783DDE425}" destId="{85F78030-8F38-4360-85ED-02B23F6DF171}" srcOrd="0" destOrd="0" presId="urn:microsoft.com/office/officeart/2018/2/layout/IconVerticalSolidList"/>
    <dgm:cxn modelId="{787E343A-DF5D-491A-B34F-6A042B4836BB}" type="presParOf" srcId="{6689058B-D1B2-4A90-B945-B84783DDE425}" destId="{987EFFA1-5338-4403-BB84-BCE057210E15}" srcOrd="1" destOrd="0" presId="urn:microsoft.com/office/officeart/2018/2/layout/IconVerticalSolidList"/>
    <dgm:cxn modelId="{CF31818C-4455-4726-AFE2-46205268CB28}" type="presParOf" srcId="{6689058B-D1B2-4A90-B945-B84783DDE425}" destId="{6AF93501-4C3D-4A95-8FD4-8177D8C04D0E}" srcOrd="2" destOrd="0" presId="urn:microsoft.com/office/officeart/2018/2/layout/IconVerticalSolidList"/>
    <dgm:cxn modelId="{57DF8994-634E-4888-AF7A-9903318A9B6B}" type="presParOf" srcId="{6689058B-D1B2-4A90-B945-B84783DDE425}" destId="{91B60A1F-B7DC-4517-BF18-6E76ACEB1486}" srcOrd="3" destOrd="0" presId="urn:microsoft.com/office/officeart/2018/2/layout/IconVerticalSolidList"/>
    <dgm:cxn modelId="{E8877A3C-A031-42A8-A232-22859916EB64}" type="presParOf" srcId="{ED678EEF-85C7-4179-9AA8-2E1DE472D52A}" destId="{A3097FD2-DDD7-4325-ACA8-3A6758544DED}" srcOrd="1" destOrd="0" presId="urn:microsoft.com/office/officeart/2018/2/layout/IconVerticalSolidList"/>
    <dgm:cxn modelId="{BBB37078-46AF-406A-A365-B66992D21419}" type="presParOf" srcId="{ED678EEF-85C7-4179-9AA8-2E1DE472D52A}" destId="{DE627867-A6DF-4601-AFF7-A3B05F4DF99F}" srcOrd="2" destOrd="0" presId="urn:microsoft.com/office/officeart/2018/2/layout/IconVerticalSolidList"/>
    <dgm:cxn modelId="{09815941-EC76-4E7E-9866-89BF9EBA708D}" type="presParOf" srcId="{DE627867-A6DF-4601-AFF7-A3B05F4DF99F}" destId="{14CD1782-5366-48C8-8BAE-5E06B3489FE1}" srcOrd="0" destOrd="0" presId="urn:microsoft.com/office/officeart/2018/2/layout/IconVerticalSolidList"/>
    <dgm:cxn modelId="{0111032F-1C4B-4461-97C7-56B6898F1487}" type="presParOf" srcId="{DE627867-A6DF-4601-AFF7-A3B05F4DF99F}" destId="{1765038C-966B-470D-BB98-C509286EA6CB}" srcOrd="1" destOrd="0" presId="urn:microsoft.com/office/officeart/2018/2/layout/IconVerticalSolidList"/>
    <dgm:cxn modelId="{952265DF-EA7F-46A3-901D-AFADAD689AAD}" type="presParOf" srcId="{DE627867-A6DF-4601-AFF7-A3B05F4DF99F}" destId="{D17086ED-0A6F-416A-B323-ACB9D81DD698}" srcOrd="2" destOrd="0" presId="urn:microsoft.com/office/officeart/2018/2/layout/IconVerticalSolidList"/>
    <dgm:cxn modelId="{0AF81CE5-CD1F-45FF-A2A3-3E2CC1E429C3}" type="presParOf" srcId="{DE627867-A6DF-4601-AFF7-A3B05F4DF99F}" destId="{4C4D1E35-4F95-4DB6-AD79-A8A59DFB6EF5}" srcOrd="3" destOrd="0" presId="urn:microsoft.com/office/officeart/2018/2/layout/IconVerticalSolidList"/>
    <dgm:cxn modelId="{03A14FCF-EE65-441E-AD98-033473AEFA17}" type="presParOf" srcId="{ED678EEF-85C7-4179-9AA8-2E1DE472D52A}" destId="{04FBDAD9-D02F-493B-B06D-0567756DC821}" srcOrd="3" destOrd="0" presId="urn:microsoft.com/office/officeart/2018/2/layout/IconVerticalSolidList"/>
    <dgm:cxn modelId="{205CC56D-B65A-4B3C-9DEA-A7DD5B69158B}" type="presParOf" srcId="{ED678EEF-85C7-4179-9AA8-2E1DE472D52A}" destId="{D9F991BE-4106-4EB5-8FB2-16752CD98A05}" srcOrd="4" destOrd="0" presId="urn:microsoft.com/office/officeart/2018/2/layout/IconVerticalSolidList"/>
    <dgm:cxn modelId="{28112B71-3FAF-48ED-8362-A9A120D0E7DB}" type="presParOf" srcId="{D9F991BE-4106-4EB5-8FB2-16752CD98A05}" destId="{688CE87D-E935-45C3-A6E8-C5504CB3DC0B}" srcOrd="0" destOrd="0" presId="urn:microsoft.com/office/officeart/2018/2/layout/IconVerticalSolidList"/>
    <dgm:cxn modelId="{1AD1B064-A5E2-48F5-B1FC-86650A22B472}" type="presParOf" srcId="{D9F991BE-4106-4EB5-8FB2-16752CD98A05}" destId="{76761B75-AB3E-41AD-8E0E-9B3AF80C9EDA}" srcOrd="1" destOrd="0" presId="urn:microsoft.com/office/officeart/2018/2/layout/IconVerticalSolidList"/>
    <dgm:cxn modelId="{89E19D85-364C-491F-8BCF-D52620315D2A}" type="presParOf" srcId="{D9F991BE-4106-4EB5-8FB2-16752CD98A05}" destId="{50DCBCC4-B10A-4747-827B-0AA53D374C7B}" srcOrd="2" destOrd="0" presId="urn:microsoft.com/office/officeart/2018/2/layout/IconVerticalSolidList"/>
    <dgm:cxn modelId="{3552187F-195F-4934-9A8C-007157D43435}" type="presParOf" srcId="{D9F991BE-4106-4EB5-8FB2-16752CD98A05}" destId="{D6215978-A177-492B-8098-28C59DD0DF5C}" srcOrd="3" destOrd="0" presId="urn:microsoft.com/office/officeart/2018/2/layout/IconVerticalSolidList"/>
    <dgm:cxn modelId="{60B0FCEE-7AAF-4DDB-B207-6243DB8DBB65}" type="presParOf" srcId="{ED678EEF-85C7-4179-9AA8-2E1DE472D52A}" destId="{A433AAE4-03C9-4206-B36D-DEF84A1D686F}" srcOrd="5" destOrd="0" presId="urn:microsoft.com/office/officeart/2018/2/layout/IconVerticalSolidList"/>
    <dgm:cxn modelId="{FF0F30B7-4781-4539-9BCA-4675DE9E0677}" type="presParOf" srcId="{ED678EEF-85C7-4179-9AA8-2E1DE472D52A}" destId="{C5A16F4C-9E67-429D-AA97-04D94DA0807B}" srcOrd="6" destOrd="0" presId="urn:microsoft.com/office/officeart/2018/2/layout/IconVerticalSolidList"/>
    <dgm:cxn modelId="{4E501598-71DA-43E3-A365-E5B0BBB65A05}" type="presParOf" srcId="{C5A16F4C-9E67-429D-AA97-04D94DA0807B}" destId="{C7B128EE-3A4B-4D6D-9C57-7A31AD282FDB}" srcOrd="0" destOrd="0" presId="urn:microsoft.com/office/officeart/2018/2/layout/IconVerticalSolidList"/>
    <dgm:cxn modelId="{C3A8DD99-DD55-4BC6-ADD7-3E969A528843}" type="presParOf" srcId="{C5A16F4C-9E67-429D-AA97-04D94DA0807B}" destId="{61AF8584-2C44-4ECB-8F4D-448D371370EB}" srcOrd="1" destOrd="0" presId="urn:microsoft.com/office/officeart/2018/2/layout/IconVerticalSolidList"/>
    <dgm:cxn modelId="{4A3BABDD-A258-47AC-A39A-61234F3598CF}" type="presParOf" srcId="{C5A16F4C-9E67-429D-AA97-04D94DA0807B}" destId="{B78304BA-1A5A-44B3-A0AC-4A1175B94275}" srcOrd="2" destOrd="0" presId="urn:microsoft.com/office/officeart/2018/2/layout/IconVerticalSolidList"/>
    <dgm:cxn modelId="{D36BA1C9-9D5C-4939-B315-E909A954C51B}" type="presParOf" srcId="{C5A16F4C-9E67-429D-AA97-04D94DA0807B}" destId="{587BCD69-3104-436C-AFAA-A228F991DA56}" srcOrd="3" destOrd="0" presId="urn:microsoft.com/office/officeart/2018/2/layout/IconVerticalSolidList"/>
    <dgm:cxn modelId="{D26B19AA-E430-4BD7-B2F3-D57DEF33A2E8}" type="presParOf" srcId="{ED678EEF-85C7-4179-9AA8-2E1DE472D52A}" destId="{48A8B05E-3F64-4EBC-8307-07B3C6440AF8}" srcOrd="7" destOrd="0" presId="urn:microsoft.com/office/officeart/2018/2/layout/IconVerticalSolidList"/>
    <dgm:cxn modelId="{9C5A6C0B-6242-4B10-9097-CAC9B65F5901}" type="presParOf" srcId="{ED678EEF-85C7-4179-9AA8-2E1DE472D52A}" destId="{5C793050-E9CE-4BC3-842A-163A6D2BB3A9}" srcOrd="8" destOrd="0" presId="urn:microsoft.com/office/officeart/2018/2/layout/IconVerticalSolidList"/>
    <dgm:cxn modelId="{EB664CC4-0110-4037-945D-8B3A1DC305D8}" type="presParOf" srcId="{5C793050-E9CE-4BC3-842A-163A6D2BB3A9}" destId="{706E9197-3182-48B8-A507-C4C1677BB0B0}" srcOrd="0" destOrd="0" presId="urn:microsoft.com/office/officeart/2018/2/layout/IconVerticalSolidList"/>
    <dgm:cxn modelId="{40D74F28-F154-43EC-9572-4BB5E44D00BB}" type="presParOf" srcId="{5C793050-E9CE-4BC3-842A-163A6D2BB3A9}" destId="{A9A38E3A-31A4-4613-922E-CFD50A0E7BCD}" srcOrd="1" destOrd="0" presId="urn:microsoft.com/office/officeart/2018/2/layout/IconVerticalSolidList"/>
    <dgm:cxn modelId="{64E028F5-D717-487E-958D-68C8E2AB6519}" type="presParOf" srcId="{5C793050-E9CE-4BC3-842A-163A6D2BB3A9}" destId="{553272D2-B3C4-498A-8DBF-A63C31B1D831}" srcOrd="2" destOrd="0" presId="urn:microsoft.com/office/officeart/2018/2/layout/IconVerticalSolidList"/>
    <dgm:cxn modelId="{752CCC42-7F5E-478B-9237-F656E63330DE}" type="presParOf" srcId="{5C793050-E9CE-4BC3-842A-163A6D2BB3A9}" destId="{D71D4D26-D274-4521-89BE-FDFAE5CB5F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8ECC7F-9EB4-4CA9-9384-CA726A6E16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B50B59-0319-4CCF-941A-F8E64D697143}">
      <dgm:prSet/>
      <dgm:spPr/>
      <dgm:t>
        <a:bodyPr/>
        <a:lstStyle/>
        <a:p>
          <a:r>
            <a:rPr lang="en-US" dirty="0"/>
            <a:t>Kinley – Documentation &amp; Compliance</a:t>
          </a:r>
        </a:p>
      </dgm:t>
    </dgm:pt>
    <dgm:pt modelId="{817C1A10-74F8-4767-ABF5-19D7A35E830C}" type="parTrans" cxnId="{B70424EF-6FD6-4B06-87F6-F34C2D338150}">
      <dgm:prSet/>
      <dgm:spPr/>
      <dgm:t>
        <a:bodyPr/>
        <a:lstStyle/>
        <a:p>
          <a:endParaRPr lang="en-US"/>
        </a:p>
      </dgm:t>
    </dgm:pt>
    <dgm:pt modelId="{8B5CC158-DD8B-455F-A20E-CC941D6E4EDF}" type="sibTrans" cxnId="{B70424EF-6FD6-4B06-87F6-F34C2D338150}">
      <dgm:prSet/>
      <dgm:spPr/>
      <dgm:t>
        <a:bodyPr/>
        <a:lstStyle/>
        <a:p>
          <a:endParaRPr lang="en-US"/>
        </a:p>
      </dgm:t>
    </dgm:pt>
    <dgm:pt modelId="{81E054B0-88A8-4F7E-B6FC-845C9E81C128}">
      <dgm:prSet/>
      <dgm:spPr/>
      <dgm:t>
        <a:bodyPr/>
        <a:lstStyle/>
        <a:p>
          <a:r>
            <a:rPr lang="en-US" dirty="0"/>
            <a:t>Karma – Core heuristics &amp; dependency checks</a:t>
          </a:r>
        </a:p>
      </dgm:t>
    </dgm:pt>
    <dgm:pt modelId="{4BA8E52D-7CEC-43A1-9ABB-E0738E371FD4}" type="parTrans" cxnId="{E5634F31-AF1F-43A8-AD70-2B5A319045EF}">
      <dgm:prSet/>
      <dgm:spPr/>
      <dgm:t>
        <a:bodyPr/>
        <a:lstStyle/>
        <a:p>
          <a:endParaRPr lang="en-US"/>
        </a:p>
      </dgm:t>
    </dgm:pt>
    <dgm:pt modelId="{01E4D573-E2FA-4868-B907-2785A5FB7160}" type="sibTrans" cxnId="{E5634F31-AF1F-43A8-AD70-2B5A319045EF}">
      <dgm:prSet/>
      <dgm:spPr/>
      <dgm:t>
        <a:bodyPr/>
        <a:lstStyle/>
        <a:p>
          <a:endParaRPr lang="en-US"/>
        </a:p>
      </dgm:t>
    </dgm:pt>
    <dgm:pt modelId="{0B7B54D4-F2FF-4664-AAE9-91D393C0D27D}">
      <dgm:prSet/>
      <dgm:spPr/>
      <dgm:t>
        <a:bodyPr/>
        <a:lstStyle/>
        <a:p>
          <a:r>
            <a:rPr lang="en-US" dirty="0"/>
            <a:t>Tashi – DAST &amp; performance testing</a:t>
          </a:r>
        </a:p>
      </dgm:t>
    </dgm:pt>
    <dgm:pt modelId="{B8211F19-BC5F-4EEA-A004-5AE32DF934E9}" type="parTrans" cxnId="{87F71CFD-FE32-4F21-AB2D-E3B9201FB306}">
      <dgm:prSet/>
      <dgm:spPr/>
      <dgm:t>
        <a:bodyPr/>
        <a:lstStyle/>
        <a:p>
          <a:endParaRPr lang="en-US"/>
        </a:p>
      </dgm:t>
    </dgm:pt>
    <dgm:pt modelId="{C34ED5BE-3EAD-4153-BE3A-FB46BB8AC6A8}" type="sibTrans" cxnId="{87F71CFD-FE32-4F21-AB2D-E3B9201FB306}">
      <dgm:prSet/>
      <dgm:spPr/>
      <dgm:t>
        <a:bodyPr/>
        <a:lstStyle/>
        <a:p>
          <a:endParaRPr lang="en-US"/>
        </a:p>
      </dgm:t>
    </dgm:pt>
    <dgm:pt modelId="{83A1FFBC-F21F-4C99-8DCC-4682B659B2F5}">
      <dgm:prSet/>
      <dgm:spPr/>
      <dgm:t>
        <a:bodyPr/>
        <a:lstStyle/>
        <a:p>
          <a:r>
            <a:rPr lang="en-US" dirty="0" err="1"/>
            <a:t>Namkha</a:t>
          </a:r>
          <a:r>
            <a:rPr lang="en-US" dirty="0"/>
            <a:t> – GUI &amp; UX</a:t>
          </a:r>
        </a:p>
      </dgm:t>
    </dgm:pt>
    <dgm:pt modelId="{283B634D-E667-4918-BEDD-98C339FC3B48}" type="parTrans" cxnId="{5FDA9F02-E49A-4169-B012-4DDFB97B663E}">
      <dgm:prSet/>
      <dgm:spPr/>
      <dgm:t>
        <a:bodyPr/>
        <a:lstStyle/>
        <a:p>
          <a:endParaRPr lang="en-US"/>
        </a:p>
      </dgm:t>
    </dgm:pt>
    <dgm:pt modelId="{5F4C4E74-5AC4-4DD6-89F7-639CCBE4AF52}" type="sibTrans" cxnId="{5FDA9F02-E49A-4169-B012-4DDFB97B663E}">
      <dgm:prSet/>
      <dgm:spPr/>
      <dgm:t>
        <a:bodyPr/>
        <a:lstStyle/>
        <a:p>
          <a:endParaRPr lang="en-US"/>
        </a:p>
      </dgm:t>
    </dgm:pt>
    <dgm:pt modelId="{5460A1B3-7D11-4FCD-B1E9-9C9FF8948A86}">
      <dgm:prSet/>
      <dgm:spPr/>
      <dgm:t>
        <a:bodyPr/>
        <a:lstStyle/>
        <a:p>
          <a:r>
            <a:rPr lang="en-US" dirty="0"/>
            <a:t>Sujan – CI/CD &amp; Monitoring</a:t>
          </a:r>
        </a:p>
      </dgm:t>
    </dgm:pt>
    <dgm:pt modelId="{CB74D5A8-CB2A-4AD4-B73A-5832AD367621}" type="parTrans" cxnId="{CA6F219C-9F77-499B-9F0C-D86C0420138B}">
      <dgm:prSet/>
      <dgm:spPr/>
      <dgm:t>
        <a:bodyPr/>
        <a:lstStyle/>
        <a:p>
          <a:endParaRPr lang="en-US"/>
        </a:p>
      </dgm:t>
    </dgm:pt>
    <dgm:pt modelId="{38BA4239-0CDF-40CE-9278-2763C6EDCB4B}" type="sibTrans" cxnId="{CA6F219C-9F77-499B-9F0C-D86C0420138B}">
      <dgm:prSet/>
      <dgm:spPr/>
      <dgm:t>
        <a:bodyPr/>
        <a:lstStyle/>
        <a:p>
          <a:endParaRPr lang="en-US"/>
        </a:p>
      </dgm:t>
    </dgm:pt>
    <dgm:pt modelId="{A02F02A2-38A5-484E-854E-E87BF33B6A79}" type="pres">
      <dgm:prSet presAssocID="{488ECC7F-9EB4-4CA9-9384-CA726A6E160C}" presName="root" presStyleCnt="0">
        <dgm:presLayoutVars>
          <dgm:dir/>
          <dgm:resizeHandles val="exact"/>
        </dgm:presLayoutVars>
      </dgm:prSet>
      <dgm:spPr/>
    </dgm:pt>
    <dgm:pt modelId="{7098AA1E-5FD1-49F6-A0C8-51CCB32FB24B}" type="pres">
      <dgm:prSet presAssocID="{25B50B59-0319-4CCF-941A-F8E64D697143}" presName="compNode" presStyleCnt="0"/>
      <dgm:spPr/>
    </dgm:pt>
    <dgm:pt modelId="{6339E621-CD3C-4072-BCD4-77978BD3855C}" type="pres">
      <dgm:prSet presAssocID="{25B50B59-0319-4CCF-941A-F8E64D697143}" presName="bgRect" presStyleLbl="bgShp" presStyleIdx="0" presStyleCnt="5"/>
      <dgm:spPr/>
    </dgm:pt>
    <dgm:pt modelId="{E2C41339-E89B-4E7A-9133-6D3CC53AA90C}" type="pres">
      <dgm:prSet presAssocID="{25B50B59-0319-4CCF-941A-F8E64D6971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F485991-8BD0-4FDA-B47B-775A5158BB76}" type="pres">
      <dgm:prSet presAssocID="{25B50B59-0319-4CCF-941A-F8E64D697143}" presName="spaceRect" presStyleCnt="0"/>
      <dgm:spPr/>
    </dgm:pt>
    <dgm:pt modelId="{BC43F904-CBB3-4E5B-82BB-E0C0A37CDCDD}" type="pres">
      <dgm:prSet presAssocID="{25B50B59-0319-4CCF-941A-F8E64D697143}" presName="parTx" presStyleLbl="revTx" presStyleIdx="0" presStyleCnt="5">
        <dgm:presLayoutVars>
          <dgm:chMax val="0"/>
          <dgm:chPref val="0"/>
        </dgm:presLayoutVars>
      </dgm:prSet>
      <dgm:spPr/>
    </dgm:pt>
    <dgm:pt modelId="{B7531578-73CD-4268-AD3A-44CD62FF093A}" type="pres">
      <dgm:prSet presAssocID="{8B5CC158-DD8B-455F-A20E-CC941D6E4EDF}" presName="sibTrans" presStyleCnt="0"/>
      <dgm:spPr/>
    </dgm:pt>
    <dgm:pt modelId="{D1C07A31-03E8-442B-90B6-EB04D45A2393}" type="pres">
      <dgm:prSet presAssocID="{81E054B0-88A8-4F7E-B6FC-845C9E81C128}" presName="compNode" presStyleCnt="0"/>
      <dgm:spPr/>
    </dgm:pt>
    <dgm:pt modelId="{BB7E6EC5-E795-4F88-BAD3-B10C599287B6}" type="pres">
      <dgm:prSet presAssocID="{81E054B0-88A8-4F7E-B6FC-845C9E81C128}" presName="bgRect" presStyleLbl="bgShp" presStyleIdx="1" presStyleCnt="5"/>
      <dgm:spPr/>
    </dgm:pt>
    <dgm:pt modelId="{E55B44E0-ED67-42B9-9AAF-45D543FA832B}" type="pres">
      <dgm:prSet presAssocID="{81E054B0-88A8-4F7E-B6FC-845C9E81C12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699832A-05BE-4ECB-80B9-216E87214E3B}" type="pres">
      <dgm:prSet presAssocID="{81E054B0-88A8-4F7E-B6FC-845C9E81C128}" presName="spaceRect" presStyleCnt="0"/>
      <dgm:spPr/>
    </dgm:pt>
    <dgm:pt modelId="{DE1603A7-2BD9-4D84-9F31-2F71BB628003}" type="pres">
      <dgm:prSet presAssocID="{81E054B0-88A8-4F7E-B6FC-845C9E81C128}" presName="parTx" presStyleLbl="revTx" presStyleIdx="1" presStyleCnt="5">
        <dgm:presLayoutVars>
          <dgm:chMax val="0"/>
          <dgm:chPref val="0"/>
        </dgm:presLayoutVars>
      </dgm:prSet>
      <dgm:spPr/>
    </dgm:pt>
    <dgm:pt modelId="{B0D45B18-36E3-4BDF-A4B4-91F1A754D64F}" type="pres">
      <dgm:prSet presAssocID="{01E4D573-E2FA-4868-B907-2785A5FB7160}" presName="sibTrans" presStyleCnt="0"/>
      <dgm:spPr/>
    </dgm:pt>
    <dgm:pt modelId="{0FC5A013-E786-4BD8-93D5-F814446AA872}" type="pres">
      <dgm:prSet presAssocID="{0B7B54D4-F2FF-4664-AAE9-91D393C0D27D}" presName="compNode" presStyleCnt="0"/>
      <dgm:spPr/>
    </dgm:pt>
    <dgm:pt modelId="{2BF8DA0E-0164-40C2-A8CC-A528FCD58356}" type="pres">
      <dgm:prSet presAssocID="{0B7B54D4-F2FF-4664-AAE9-91D393C0D27D}" presName="bgRect" presStyleLbl="bgShp" presStyleIdx="2" presStyleCnt="5"/>
      <dgm:spPr/>
    </dgm:pt>
    <dgm:pt modelId="{CBB8B7FA-B384-4032-8E50-79CA58555B94}" type="pres">
      <dgm:prSet presAssocID="{0B7B54D4-F2FF-4664-AAE9-91D393C0D27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FC65195-B7FB-46C0-A8A3-8342AF642784}" type="pres">
      <dgm:prSet presAssocID="{0B7B54D4-F2FF-4664-AAE9-91D393C0D27D}" presName="spaceRect" presStyleCnt="0"/>
      <dgm:spPr/>
    </dgm:pt>
    <dgm:pt modelId="{AE69A968-B744-44A2-852C-5538135981A0}" type="pres">
      <dgm:prSet presAssocID="{0B7B54D4-F2FF-4664-AAE9-91D393C0D27D}" presName="parTx" presStyleLbl="revTx" presStyleIdx="2" presStyleCnt="5">
        <dgm:presLayoutVars>
          <dgm:chMax val="0"/>
          <dgm:chPref val="0"/>
        </dgm:presLayoutVars>
      </dgm:prSet>
      <dgm:spPr/>
    </dgm:pt>
    <dgm:pt modelId="{2B83E5E8-DBAA-48C6-BDEA-5E59292BB5BC}" type="pres">
      <dgm:prSet presAssocID="{C34ED5BE-3EAD-4153-BE3A-FB46BB8AC6A8}" presName="sibTrans" presStyleCnt="0"/>
      <dgm:spPr/>
    </dgm:pt>
    <dgm:pt modelId="{3228D922-FB33-4DD5-AC44-4874D5D31087}" type="pres">
      <dgm:prSet presAssocID="{83A1FFBC-F21F-4C99-8DCC-4682B659B2F5}" presName="compNode" presStyleCnt="0"/>
      <dgm:spPr/>
    </dgm:pt>
    <dgm:pt modelId="{7F72808D-AF52-4BBB-8058-284E83520C75}" type="pres">
      <dgm:prSet presAssocID="{83A1FFBC-F21F-4C99-8DCC-4682B659B2F5}" presName="bgRect" presStyleLbl="bgShp" presStyleIdx="3" presStyleCnt="5"/>
      <dgm:spPr/>
    </dgm:pt>
    <dgm:pt modelId="{4E6773A1-7651-4429-853E-1D2B1ACCF1D9}" type="pres">
      <dgm:prSet presAssocID="{83A1FFBC-F21F-4C99-8DCC-4682B659B2F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9F337F6-FA23-4781-925C-069E9D35B1CC}" type="pres">
      <dgm:prSet presAssocID="{83A1FFBC-F21F-4C99-8DCC-4682B659B2F5}" presName="spaceRect" presStyleCnt="0"/>
      <dgm:spPr/>
    </dgm:pt>
    <dgm:pt modelId="{D29E6758-0B0F-4356-8BEE-B7E7B879E691}" type="pres">
      <dgm:prSet presAssocID="{83A1FFBC-F21F-4C99-8DCC-4682B659B2F5}" presName="parTx" presStyleLbl="revTx" presStyleIdx="3" presStyleCnt="5">
        <dgm:presLayoutVars>
          <dgm:chMax val="0"/>
          <dgm:chPref val="0"/>
        </dgm:presLayoutVars>
      </dgm:prSet>
      <dgm:spPr/>
    </dgm:pt>
    <dgm:pt modelId="{F1B451F0-336B-4B4C-9794-B95A789ECBF1}" type="pres">
      <dgm:prSet presAssocID="{5F4C4E74-5AC4-4DD6-89F7-639CCBE4AF52}" presName="sibTrans" presStyleCnt="0"/>
      <dgm:spPr/>
    </dgm:pt>
    <dgm:pt modelId="{6F2D3E47-6181-4820-9C48-175501CF2023}" type="pres">
      <dgm:prSet presAssocID="{5460A1B3-7D11-4FCD-B1E9-9C9FF8948A86}" presName="compNode" presStyleCnt="0"/>
      <dgm:spPr/>
    </dgm:pt>
    <dgm:pt modelId="{91F9115A-216C-4F3B-9227-07870E9CBC37}" type="pres">
      <dgm:prSet presAssocID="{5460A1B3-7D11-4FCD-B1E9-9C9FF8948A86}" presName="bgRect" presStyleLbl="bgShp" presStyleIdx="4" presStyleCnt="5"/>
      <dgm:spPr/>
    </dgm:pt>
    <dgm:pt modelId="{3386B0CA-8843-4F9C-8988-D8E5D74B0372}" type="pres">
      <dgm:prSet presAssocID="{5460A1B3-7D11-4FCD-B1E9-9C9FF8948A8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E67D622F-2DA3-4ECC-9CDF-6693A0003032}" type="pres">
      <dgm:prSet presAssocID="{5460A1B3-7D11-4FCD-B1E9-9C9FF8948A86}" presName="spaceRect" presStyleCnt="0"/>
      <dgm:spPr/>
    </dgm:pt>
    <dgm:pt modelId="{D454CF07-E70C-44F4-9FC2-92DBAB3E23EA}" type="pres">
      <dgm:prSet presAssocID="{5460A1B3-7D11-4FCD-B1E9-9C9FF8948A8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FDA9F02-E49A-4169-B012-4DDFB97B663E}" srcId="{488ECC7F-9EB4-4CA9-9384-CA726A6E160C}" destId="{83A1FFBC-F21F-4C99-8DCC-4682B659B2F5}" srcOrd="3" destOrd="0" parTransId="{283B634D-E667-4918-BEDD-98C339FC3B48}" sibTransId="{5F4C4E74-5AC4-4DD6-89F7-639CCBE4AF52}"/>
    <dgm:cxn modelId="{9768BF27-BB0D-4BDE-9219-181D2362A4E3}" type="presOf" srcId="{25B50B59-0319-4CCF-941A-F8E64D697143}" destId="{BC43F904-CBB3-4E5B-82BB-E0C0A37CDCDD}" srcOrd="0" destOrd="0" presId="urn:microsoft.com/office/officeart/2018/2/layout/IconVerticalSolidList"/>
    <dgm:cxn modelId="{60C6D228-F294-4E79-A417-14D762C7B8B9}" type="presOf" srcId="{0B7B54D4-F2FF-4664-AAE9-91D393C0D27D}" destId="{AE69A968-B744-44A2-852C-5538135981A0}" srcOrd="0" destOrd="0" presId="urn:microsoft.com/office/officeart/2018/2/layout/IconVerticalSolidList"/>
    <dgm:cxn modelId="{E5634F31-AF1F-43A8-AD70-2B5A319045EF}" srcId="{488ECC7F-9EB4-4CA9-9384-CA726A6E160C}" destId="{81E054B0-88A8-4F7E-B6FC-845C9E81C128}" srcOrd="1" destOrd="0" parTransId="{4BA8E52D-7CEC-43A1-9ABB-E0738E371FD4}" sibTransId="{01E4D573-E2FA-4868-B907-2785A5FB7160}"/>
    <dgm:cxn modelId="{D89E2042-EE79-4890-9C81-0F2A4EC9D230}" type="presOf" srcId="{5460A1B3-7D11-4FCD-B1E9-9C9FF8948A86}" destId="{D454CF07-E70C-44F4-9FC2-92DBAB3E23EA}" srcOrd="0" destOrd="0" presId="urn:microsoft.com/office/officeart/2018/2/layout/IconVerticalSolidList"/>
    <dgm:cxn modelId="{3FC3F562-487B-4273-9CB6-A06BF7E66504}" type="presOf" srcId="{488ECC7F-9EB4-4CA9-9384-CA726A6E160C}" destId="{A02F02A2-38A5-484E-854E-E87BF33B6A79}" srcOrd="0" destOrd="0" presId="urn:microsoft.com/office/officeart/2018/2/layout/IconVerticalSolidList"/>
    <dgm:cxn modelId="{CA6F219C-9F77-499B-9F0C-D86C0420138B}" srcId="{488ECC7F-9EB4-4CA9-9384-CA726A6E160C}" destId="{5460A1B3-7D11-4FCD-B1E9-9C9FF8948A86}" srcOrd="4" destOrd="0" parTransId="{CB74D5A8-CB2A-4AD4-B73A-5832AD367621}" sibTransId="{38BA4239-0CDF-40CE-9278-2763C6EDCB4B}"/>
    <dgm:cxn modelId="{B70424EF-6FD6-4B06-87F6-F34C2D338150}" srcId="{488ECC7F-9EB4-4CA9-9384-CA726A6E160C}" destId="{25B50B59-0319-4CCF-941A-F8E64D697143}" srcOrd="0" destOrd="0" parTransId="{817C1A10-74F8-4767-ABF5-19D7A35E830C}" sibTransId="{8B5CC158-DD8B-455F-A20E-CC941D6E4EDF}"/>
    <dgm:cxn modelId="{39A261F6-AE2A-4793-BB05-2D598DEC6C8B}" type="presOf" srcId="{83A1FFBC-F21F-4C99-8DCC-4682B659B2F5}" destId="{D29E6758-0B0F-4356-8BEE-B7E7B879E691}" srcOrd="0" destOrd="0" presId="urn:microsoft.com/office/officeart/2018/2/layout/IconVerticalSolidList"/>
    <dgm:cxn modelId="{6E87A2F7-9F6C-4226-858B-83EC15AD30C5}" type="presOf" srcId="{81E054B0-88A8-4F7E-B6FC-845C9E81C128}" destId="{DE1603A7-2BD9-4D84-9F31-2F71BB628003}" srcOrd="0" destOrd="0" presId="urn:microsoft.com/office/officeart/2018/2/layout/IconVerticalSolidList"/>
    <dgm:cxn modelId="{87F71CFD-FE32-4F21-AB2D-E3B9201FB306}" srcId="{488ECC7F-9EB4-4CA9-9384-CA726A6E160C}" destId="{0B7B54D4-F2FF-4664-AAE9-91D393C0D27D}" srcOrd="2" destOrd="0" parTransId="{B8211F19-BC5F-4EEA-A004-5AE32DF934E9}" sibTransId="{C34ED5BE-3EAD-4153-BE3A-FB46BB8AC6A8}"/>
    <dgm:cxn modelId="{B2397637-8353-4C37-9670-E1FE96A34606}" type="presParOf" srcId="{A02F02A2-38A5-484E-854E-E87BF33B6A79}" destId="{7098AA1E-5FD1-49F6-A0C8-51CCB32FB24B}" srcOrd="0" destOrd="0" presId="urn:microsoft.com/office/officeart/2018/2/layout/IconVerticalSolidList"/>
    <dgm:cxn modelId="{52F19D8F-DBAD-48A2-91E3-9C57F939E869}" type="presParOf" srcId="{7098AA1E-5FD1-49F6-A0C8-51CCB32FB24B}" destId="{6339E621-CD3C-4072-BCD4-77978BD3855C}" srcOrd="0" destOrd="0" presId="urn:microsoft.com/office/officeart/2018/2/layout/IconVerticalSolidList"/>
    <dgm:cxn modelId="{894DDC48-177D-4D8F-B874-0EF58AC4B9A9}" type="presParOf" srcId="{7098AA1E-5FD1-49F6-A0C8-51CCB32FB24B}" destId="{E2C41339-E89B-4E7A-9133-6D3CC53AA90C}" srcOrd="1" destOrd="0" presId="urn:microsoft.com/office/officeart/2018/2/layout/IconVerticalSolidList"/>
    <dgm:cxn modelId="{2196EAA4-A0A0-40FC-986F-4DD0E2C05322}" type="presParOf" srcId="{7098AA1E-5FD1-49F6-A0C8-51CCB32FB24B}" destId="{CF485991-8BD0-4FDA-B47B-775A5158BB76}" srcOrd="2" destOrd="0" presId="urn:microsoft.com/office/officeart/2018/2/layout/IconVerticalSolidList"/>
    <dgm:cxn modelId="{CC7D87F1-AB0E-4730-949E-255016D6D61A}" type="presParOf" srcId="{7098AA1E-5FD1-49F6-A0C8-51CCB32FB24B}" destId="{BC43F904-CBB3-4E5B-82BB-E0C0A37CDCDD}" srcOrd="3" destOrd="0" presId="urn:microsoft.com/office/officeart/2018/2/layout/IconVerticalSolidList"/>
    <dgm:cxn modelId="{E016B80B-3988-4D4D-AA20-5AEE8CCD73DE}" type="presParOf" srcId="{A02F02A2-38A5-484E-854E-E87BF33B6A79}" destId="{B7531578-73CD-4268-AD3A-44CD62FF093A}" srcOrd="1" destOrd="0" presId="urn:microsoft.com/office/officeart/2018/2/layout/IconVerticalSolidList"/>
    <dgm:cxn modelId="{4F2684E5-7A80-4BE6-BF3B-150E48B40DA4}" type="presParOf" srcId="{A02F02A2-38A5-484E-854E-E87BF33B6A79}" destId="{D1C07A31-03E8-442B-90B6-EB04D45A2393}" srcOrd="2" destOrd="0" presId="urn:microsoft.com/office/officeart/2018/2/layout/IconVerticalSolidList"/>
    <dgm:cxn modelId="{15A7686A-04D4-42E5-94A4-D7CFD502FBF1}" type="presParOf" srcId="{D1C07A31-03E8-442B-90B6-EB04D45A2393}" destId="{BB7E6EC5-E795-4F88-BAD3-B10C599287B6}" srcOrd="0" destOrd="0" presId="urn:microsoft.com/office/officeart/2018/2/layout/IconVerticalSolidList"/>
    <dgm:cxn modelId="{10CAED69-4616-4539-937F-D2C88719596A}" type="presParOf" srcId="{D1C07A31-03E8-442B-90B6-EB04D45A2393}" destId="{E55B44E0-ED67-42B9-9AAF-45D543FA832B}" srcOrd="1" destOrd="0" presId="urn:microsoft.com/office/officeart/2018/2/layout/IconVerticalSolidList"/>
    <dgm:cxn modelId="{D684F85D-533B-4904-9D6F-326111418E21}" type="presParOf" srcId="{D1C07A31-03E8-442B-90B6-EB04D45A2393}" destId="{C699832A-05BE-4ECB-80B9-216E87214E3B}" srcOrd="2" destOrd="0" presId="urn:microsoft.com/office/officeart/2018/2/layout/IconVerticalSolidList"/>
    <dgm:cxn modelId="{01FDC4C6-818D-4476-8E13-C760F33BE96C}" type="presParOf" srcId="{D1C07A31-03E8-442B-90B6-EB04D45A2393}" destId="{DE1603A7-2BD9-4D84-9F31-2F71BB628003}" srcOrd="3" destOrd="0" presId="urn:microsoft.com/office/officeart/2018/2/layout/IconVerticalSolidList"/>
    <dgm:cxn modelId="{3C4B53C3-3528-436E-8596-D2293FAC4F3B}" type="presParOf" srcId="{A02F02A2-38A5-484E-854E-E87BF33B6A79}" destId="{B0D45B18-36E3-4BDF-A4B4-91F1A754D64F}" srcOrd="3" destOrd="0" presId="urn:microsoft.com/office/officeart/2018/2/layout/IconVerticalSolidList"/>
    <dgm:cxn modelId="{8EB23BE7-C782-4AC7-8CE3-56A0B7CC76DF}" type="presParOf" srcId="{A02F02A2-38A5-484E-854E-E87BF33B6A79}" destId="{0FC5A013-E786-4BD8-93D5-F814446AA872}" srcOrd="4" destOrd="0" presId="urn:microsoft.com/office/officeart/2018/2/layout/IconVerticalSolidList"/>
    <dgm:cxn modelId="{71CB35EB-2028-48C1-82EA-1B7F39FC0E5C}" type="presParOf" srcId="{0FC5A013-E786-4BD8-93D5-F814446AA872}" destId="{2BF8DA0E-0164-40C2-A8CC-A528FCD58356}" srcOrd="0" destOrd="0" presId="urn:microsoft.com/office/officeart/2018/2/layout/IconVerticalSolidList"/>
    <dgm:cxn modelId="{0A7A3B77-D724-40ED-A38B-41F7F065821F}" type="presParOf" srcId="{0FC5A013-E786-4BD8-93D5-F814446AA872}" destId="{CBB8B7FA-B384-4032-8E50-79CA58555B94}" srcOrd="1" destOrd="0" presId="urn:microsoft.com/office/officeart/2018/2/layout/IconVerticalSolidList"/>
    <dgm:cxn modelId="{6B0F8CA5-B571-49A9-BCC3-2F0E594D63FF}" type="presParOf" srcId="{0FC5A013-E786-4BD8-93D5-F814446AA872}" destId="{EFC65195-B7FB-46C0-A8A3-8342AF642784}" srcOrd="2" destOrd="0" presId="urn:microsoft.com/office/officeart/2018/2/layout/IconVerticalSolidList"/>
    <dgm:cxn modelId="{BA2B41D0-329F-4872-9B62-2158F6F15041}" type="presParOf" srcId="{0FC5A013-E786-4BD8-93D5-F814446AA872}" destId="{AE69A968-B744-44A2-852C-5538135981A0}" srcOrd="3" destOrd="0" presId="urn:microsoft.com/office/officeart/2018/2/layout/IconVerticalSolidList"/>
    <dgm:cxn modelId="{03F8276D-BBAD-48BD-AD51-EB135DB998BF}" type="presParOf" srcId="{A02F02A2-38A5-484E-854E-E87BF33B6A79}" destId="{2B83E5E8-DBAA-48C6-BDEA-5E59292BB5BC}" srcOrd="5" destOrd="0" presId="urn:microsoft.com/office/officeart/2018/2/layout/IconVerticalSolidList"/>
    <dgm:cxn modelId="{6722F9C7-EB96-41A4-82FC-DCA6DE92ACF7}" type="presParOf" srcId="{A02F02A2-38A5-484E-854E-E87BF33B6A79}" destId="{3228D922-FB33-4DD5-AC44-4874D5D31087}" srcOrd="6" destOrd="0" presId="urn:microsoft.com/office/officeart/2018/2/layout/IconVerticalSolidList"/>
    <dgm:cxn modelId="{29E96563-21B9-4530-9F5A-2557C87A5AB4}" type="presParOf" srcId="{3228D922-FB33-4DD5-AC44-4874D5D31087}" destId="{7F72808D-AF52-4BBB-8058-284E83520C75}" srcOrd="0" destOrd="0" presId="urn:microsoft.com/office/officeart/2018/2/layout/IconVerticalSolidList"/>
    <dgm:cxn modelId="{8EAF54A7-FAEA-4EBE-A3BC-E2204342070A}" type="presParOf" srcId="{3228D922-FB33-4DD5-AC44-4874D5D31087}" destId="{4E6773A1-7651-4429-853E-1D2B1ACCF1D9}" srcOrd="1" destOrd="0" presId="urn:microsoft.com/office/officeart/2018/2/layout/IconVerticalSolidList"/>
    <dgm:cxn modelId="{9666B817-99E9-489F-AF6E-FD626AC02360}" type="presParOf" srcId="{3228D922-FB33-4DD5-AC44-4874D5D31087}" destId="{69F337F6-FA23-4781-925C-069E9D35B1CC}" srcOrd="2" destOrd="0" presId="urn:microsoft.com/office/officeart/2018/2/layout/IconVerticalSolidList"/>
    <dgm:cxn modelId="{59BFDF5B-A475-4382-910F-B1B4B711F1EA}" type="presParOf" srcId="{3228D922-FB33-4DD5-AC44-4874D5D31087}" destId="{D29E6758-0B0F-4356-8BEE-B7E7B879E691}" srcOrd="3" destOrd="0" presId="urn:microsoft.com/office/officeart/2018/2/layout/IconVerticalSolidList"/>
    <dgm:cxn modelId="{324B3EBD-F2C5-4C60-958D-6F79E40CEF9A}" type="presParOf" srcId="{A02F02A2-38A5-484E-854E-E87BF33B6A79}" destId="{F1B451F0-336B-4B4C-9794-B95A789ECBF1}" srcOrd="7" destOrd="0" presId="urn:microsoft.com/office/officeart/2018/2/layout/IconVerticalSolidList"/>
    <dgm:cxn modelId="{0D409E62-FB81-4360-8258-4AFB4063B7A6}" type="presParOf" srcId="{A02F02A2-38A5-484E-854E-E87BF33B6A79}" destId="{6F2D3E47-6181-4820-9C48-175501CF2023}" srcOrd="8" destOrd="0" presId="urn:microsoft.com/office/officeart/2018/2/layout/IconVerticalSolidList"/>
    <dgm:cxn modelId="{E16FA98C-E818-44AF-8D8F-3870E6DFC5D4}" type="presParOf" srcId="{6F2D3E47-6181-4820-9C48-175501CF2023}" destId="{91F9115A-216C-4F3B-9227-07870E9CBC37}" srcOrd="0" destOrd="0" presId="urn:microsoft.com/office/officeart/2018/2/layout/IconVerticalSolidList"/>
    <dgm:cxn modelId="{EF60323F-1A09-4B30-ADB9-8F764B8C8F15}" type="presParOf" srcId="{6F2D3E47-6181-4820-9C48-175501CF2023}" destId="{3386B0CA-8843-4F9C-8988-D8E5D74B0372}" srcOrd="1" destOrd="0" presId="urn:microsoft.com/office/officeart/2018/2/layout/IconVerticalSolidList"/>
    <dgm:cxn modelId="{7DA00ECD-5F7E-4B48-B6D2-81896F73B62E}" type="presParOf" srcId="{6F2D3E47-6181-4820-9C48-175501CF2023}" destId="{E67D622F-2DA3-4ECC-9CDF-6693A0003032}" srcOrd="2" destOrd="0" presId="urn:microsoft.com/office/officeart/2018/2/layout/IconVerticalSolidList"/>
    <dgm:cxn modelId="{29B18A24-3599-4F4A-8587-57413949BA1C}" type="presParOf" srcId="{6F2D3E47-6181-4820-9C48-175501CF2023}" destId="{D454CF07-E70C-44F4-9FC2-92DBAB3E23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8AF35A-E699-46C9-BB9A-D1D38AFC5C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B65334-781B-4A26-A76B-D6B61DAFDDCB}">
      <dgm:prSet/>
      <dgm:spPr/>
      <dgm:t>
        <a:bodyPr/>
        <a:lstStyle/>
        <a:p>
          <a:r>
            <a:rPr lang="en-US"/>
            <a:t>False Positives – Adjusted keyword rules.</a:t>
          </a:r>
        </a:p>
      </dgm:t>
    </dgm:pt>
    <dgm:pt modelId="{484B60C2-3721-4BB5-BEC2-D4B46BCC32AC}" type="parTrans" cxnId="{D96FAF59-B83D-47CE-8BA9-0FB30336CCD1}">
      <dgm:prSet/>
      <dgm:spPr/>
      <dgm:t>
        <a:bodyPr/>
        <a:lstStyle/>
        <a:p>
          <a:endParaRPr lang="en-US"/>
        </a:p>
      </dgm:t>
    </dgm:pt>
    <dgm:pt modelId="{E1C915D3-2D12-4BDE-9317-8ECFF9DC850D}" type="sibTrans" cxnId="{D96FAF59-B83D-47CE-8BA9-0FB30336CCD1}">
      <dgm:prSet/>
      <dgm:spPr/>
      <dgm:t>
        <a:bodyPr/>
        <a:lstStyle/>
        <a:p>
          <a:endParaRPr lang="en-US"/>
        </a:p>
      </dgm:t>
    </dgm:pt>
    <dgm:pt modelId="{77AEE977-604B-4B55-B9AD-4F370D967B32}">
      <dgm:prSet/>
      <dgm:spPr/>
      <dgm:t>
        <a:bodyPr/>
        <a:lstStyle/>
        <a:p>
          <a:r>
            <a:rPr lang="en-US"/>
            <a:t>Dependency Issues – Weekly updates and smoke tests.</a:t>
          </a:r>
        </a:p>
      </dgm:t>
    </dgm:pt>
    <dgm:pt modelId="{543BEB20-80C8-4A93-8177-FD8BF0FD93FF}" type="parTrans" cxnId="{73718F67-6D77-4AC2-B1B7-85DA249C4BA6}">
      <dgm:prSet/>
      <dgm:spPr/>
      <dgm:t>
        <a:bodyPr/>
        <a:lstStyle/>
        <a:p>
          <a:endParaRPr lang="en-US"/>
        </a:p>
      </dgm:t>
    </dgm:pt>
    <dgm:pt modelId="{34A6CD28-EE5E-4A8A-B8D5-D5B84962CE77}" type="sibTrans" cxnId="{73718F67-6D77-4AC2-B1B7-85DA249C4BA6}">
      <dgm:prSet/>
      <dgm:spPr/>
      <dgm:t>
        <a:bodyPr/>
        <a:lstStyle/>
        <a:p>
          <a:endParaRPr lang="en-US"/>
        </a:p>
      </dgm:t>
    </dgm:pt>
    <dgm:pt modelId="{23FA8C72-427A-433B-BC87-2DF77824DCE0}">
      <dgm:prSet/>
      <dgm:spPr/>
      <dgm:t>
        <a:bodyPr/>
        <a:lstStyle/>
        <a:p>
          <a:r>
            <a:rPr lang="en-US"/>
            <a:t>Slow DAST – Separated baseline and full scans.</a:t>
          </a:r>
        </a:p>
      </dgm:t>
    </dgm:pt>
    <dgm:pt modelId="{237A35B7-822D-4706-9E96-2D988EFC83B2}" type="parTrans" cxnId="{835EA3A1-43C2-45BC-A71E-D363EAE9C80A}">
      <dgm:prSet/>
      <dgm:spPr/>
      <dgm:t>
        <a:bodyPr/>
        <a:lstStyle/>
        <a:p>
          <a:endParaRPr lang="en-US"/>
        </a:p>
      </dgm:t>
    </dgm:pt>
    <dgm:pt modelId="{C021DF86-53C3-4ABD-B351-031B1F66E68C}" type="sibTrans" cxnId="{835EA3A1-43C2-45BC-A71E-D363EAE9C80A}">
      <dgm:prSet/>
      <dgm:spPr/>
      <dgm:t>
        <a:bodyPr/>
        <a:lstStyle/>
        <a:p>
          <a:endParaRPr lang="en-US"/>
        </a:p>
      </dgm:t>
    </dgm:pt>
    <dgm:pt modelId="{090C34AE-EA10-4F2C-9238-332DD89A3A96}">
      <dgm:prSet/>
      <dgm:spPr/>
      <dgm:t>
        <a:bodyPr/>
        <a:lstStyle/>
        <a:p>
          <a:r>
            <a:rPr lang="en-US"/>
            <a:t>Secrets Logging – Middleware redaction.</a:t>
          </a:r>
        </a:p>
      </dgm:t>
    </dgm:pt>
    <dgm:pt modelId="{2BB14933-EE23-4F91-8B39-36565E581E7A}" type="parTrans" cxnId="{4B6273B2-C2EA-46CF-A8DC-EBE97AAC64DE}">
      <dgm:prSet/>
      <dgm:spPr/>
      <dgm:t>
        <a:bodyPr/>
        <a:lstStyle/>
        <a:p>
          <a:endParaRPr lang="en-US"/>
        </a:p>
      </dgm:t>
    </dgm:pt>
    <dgm:pt modelId="{427697B8-E859-4018-BD15-AFEB98C82167}" type="sibTrans" cxnId="{4B6273B2-C2EA-46CF-A8DC-EBE97AAC64DE}">
      <dgm:prSet/>
      <dgm:spPr/>
      <dgm:t>
        <a:bodyPr/>
        <a:lstStyle/>
        <a:p>
          <a:endParaRPr lang="en-US"/>
        </a:p>
      </dgm:t>
    </dgm:pt>
    <dgm:pt modelId="{5A84930B-2F0F-4470-B92D-44E28193DCD2}" type="pres">
      <dgm:prSet presAssocID="{138AF35A-E699-46C9-BB9A-D1D38AFC5CAD}" presName="root" presStyleCnt="0">
        <dgm:presLayoutVars>
          <dgm:dir/>
          <dgm:resizeHandles val="exact"/>
        </dgm:presLayoutVars>
      </dgm:prSet>
      <dgm:spPr/>
    </dgm:pt>
    <dgm:pt modelId="{D77C47E3-7E0E-4311-A279-F56EC6F93DE9}" type="pres">
      <dgm:prSet presAssocID="{95B65334-781B-4A26-A76B-D6B61DAFDDCB}" presName="compNode" presStyleCnt="0"/>
      <dgm:spPr/>
    </dgm:pt>
    <dgm:pt modelId="{51D73788-82AC-4E09-926D-BB1F852B7C6B}" type="pres">
      <dgm:prSet presAssocID="{95B65334-781B-4A26-A76B-D6B61DAFDDCB}" presName="bgRect" presStyleLbl="bgShp" presStyleIdx="0" presStyleCnt="4"/>
      <dgm:spPr/>
    </dgm:pt>
    <dgm:pt modelId="{2A83F9A8-22EB-4835-91FF-44BA1A2D7896}" type="pres">
      <dgm:prSet presAssocID="{95B65334-781B-4A26-A76B-D6B61DAFDD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355A0535-6411-4C33-BB85-8D4CDA58A104}" type="pres">
      <dgm:prSet presAssocID="{95B65334-781B-4A26-A76B-D6B61DAFDDCB}" presName="spaceRect" presStyleCnt="0"/>
      <dgm:spPr/>
    </dgm:pt>
    <dgm:pt modelId="{71DC3022-9872-4BD9-935B-10553A2F2E5C}" type="pres">
      <dgm:prSet presAssocID="{95B65334-781B-4A26-A76B-D6B61DAFDDCB}" presName="parTx" presStyleLbl="revTx" presStyleIdx="0" presStyleCnt="4">
        <dgm:presLayoutVars>
          <dgm:chMax val="0"/>
          <dgm:chPref val="0"/>
        </dgm:presLayoutVars>
      </dgm:prSet>
      <dgm:spPr/>
    </dgm:pt>
    <dgm:pt modelId="{75CDA32D-D974-443F-BC70-0C80304E0341}" type="pres">
      <dgm:prSet presAssocID="{E1C915D3-2D12-4BDE-9317-8ECFF9DC850D}" presName="sibTrans" presStyleCnt="0"/>
      <dgm:spPr/>
    </dgm:pt>
    <dgm:pt modelId="{86849A00-9C28-4E60-A6EF-4916D4400FF1}" type="pres">
      <dgm:prSet presAssocID="{77AEE977-604B-4B55-B9AD-4F370D967B32}" presName="compNode" presStyleCnt="0"/>
      <dgm:spPr/>
    </dgm:pt>
    <dgm:pt modelId="{7B694234-F323-476D-8DA0-3229A37C19BB}" type="pres">
      <dgm:prSet presAssocID="{77AEE977-604B-4B55-B9AD-4F370D967B32}" presName="bgRect" presStyleLbl="bgShp" presStyleIdx="1" presStyleCnt="4"/>
      <dgm:spPr/>
    </dgm:pt>
    <dgm:pt modelId="{84BCDF1B-A371-4868-A9B8-3003928E1D40}" type="pres">
      <dgm:prSet presAssocID="{77AEE977-604B-4B55-B9AD-4F370D967B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42B88DF8-EB4B-4DCB-BE3B-BA7742FEE654}" type="pres">
      <dgm:prSet presAssocID="{77AEE977-604B-4B55-B9AD-4F370D967B32}" presName="spaceRect" presStyleCnt="0"/>
      <dgm:spPr/>
    </dgm:pt>
    <dgm:pt modelId="{ECBE3B1C-59F1-40B4-87CE-C8C20C0A49FE}" type="pres">
      <dgm:prSet presAssocID="{77AEE977-604B-4B55-B9AD-4F370D967B32}" presName="parTx" presStyleLbl="revTx" presStyleIdx="1" presStyleCnt="4">
        <dgm:presLayoutVars>
          <dgm:chMax val="0"/>
          <dgm:chPref val="0"/>
        </dgm:presLayoutVars>
      </dgm:prSet>
      <dgm:spPr/>
    </dgm:pt>
    <dgm:pt modelId="{D87ABEA2-766F-4B0E-AD65-79344879769A}" type="pres">
      <dgm:prSet presAssocID="{34A6CD28-EE5E-4A8A-B8D5-D5B84962CE77}" presName="sibTrans" presStyleCnt="0"/>
      <dgm:spPr/>
    </dgm:pt>
    <dgm:pt modelId="{9DF989F9-CBC1-4719-8157-B6E88DF43CC7}" type="pres">
      <dgm:prSet presAssocID="{23FA8C72-427A-433B-BC87-2DF77824DCE0}" presName="compNode" presStyleCnt="0"/>
      <dgm:spPr/>
    </dgm:pt>
    <dgm:pt modelId="{8AC22A1F-0E29-4C99-AAAE-36E1D58EA6D3}" type="pres">
      <dgm:prSet presAssocID="{23FA8C72-427A-433B-BC87-2DF77824DCE0}" presName="bgRect" presStyleLbl="bgShp" presStyleIdx="2" presStyleCnt="4"/>
      <dgm:spPr/>
    </dgm:pt>
    <dgm:pt modelId="{FE388560-12B9-4723-948A-4C2EFCE44E97}" type="pres">
      <dgm:prSet presAssocID="{23FA8C72-427A-433B-BC87-2DF77824DC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D6EBE251-4C72-4ED5-BEB2-E66471BDD083}" type="pres">
      <dgm:prSet presAssocID="{23FA8C72-427A-433B-BC87-2DF77824DCE0}" presName="spaceRect" presStyleCnt="0"/>
      <dgm:spPr/>
    </dgm:pt>
    <dgm:pt modelId="{05ED4BD0-0BCA-4E51-BEF1-3815550513B4}" type="pres">
      <dgm:prSet presAssocID="{23FA8C72-427A-433B-BC87-2DF77824DCE0}" presName="parTx" presStyleLbl="revTx" presStyleIdx="2" presStyleCnt="4">
        <dgm:presLayoutVars>
          <dgm:chMax val="0"/>
          <dgm:chPref val="0"/>
        </dgm:presLayoutVars>
      </dgm:prSet>
      <dgm:spPr/>
    </dgm:pt>
    <dgm:pt modelId="{DBEC8828-F7AB-4D14-B72F-302CE08E340B}" type="pres">
      <dgm:prSet presAssocID="{C021DF86-53C3-4ABD-B351-031B1F66E68C}" presName="sibTrans" presStyleCnt="0"/>
      <dgm:spPr/>
    </dgm:pt>
    <dgm:pt modelId="{3E26F777-B528-4B00-ACBC-4E63B69776CF}" type="pres">
      <dgm:prSet presAssocID="{090C34AE-EA10-4F2C-9238-332DD89A3A96}" presName="compNode" presStyleCnt="0"/>
      <dgm:spPr/>
    </dgm:pt>
    <dgm:pt modelId="{3CCC7069-F831-46E2-B520-B7E7BC633610}" type="pres">
      <dgm:prSet presAssocID="{090C34AE-EA10-4F2C-9238-332DD89A3A96}" presName="bgRect" presStyleLbl="bgShp" presStyleIdx="3" presStyleCnt="4"/>
      <dgm:spPr/>
    </dgm:pt>
    <dgm:pt modelId="{39353A58-27A6-497D-A4CB-20C8DF6DF126}" type="pres">
      <dgm:prSet presAssocID="{090C34AE-EA10-4F2C-9238-332DD89A3A9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83020937-4643-4FB9-A20C-BBAB1EA9283E}" type="pres">
      <dgm:prSet presAssocID="{090C34AE-EA10-4F2C-9238-332DD89A3A96}" presName="spaceRect" presStyleCnt="0"/>
      <dgm:spPr/>
    </dgm:pt>
    <dgm:pt modelId="{F0C27B43-7B16-44F7-8D4D-57F07E79A6E3}" type="pres">
      <dgm:prSet presAssocID="{090C34AE-EA10-4F2C-9238-332DD89A3A9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A54822-2088-4F2C-99BA-431A1AD64B07}" type="presOf" srcId="{95B65334-781B-4A26-A76B-D6B61DAFDDCB}" destId="{71DC3022-9872-4BD9-935B-10553A2F2E5C}" srcOrd="0" destOrd="0" presId="urn:microsoft.com/office/officeart/2018/2/layout/IconVerticalSolidList"/>
    <dgm:cxn modelId="{DCE4F53A-2A18-406A-B0F0-C632391A0BF8}" type="presOf" srcId="{138AF35A-E699-46C9-BB9A-D1D38AFC5CAD}" destId="{5A84930B-2F0F-4470-B92D-44E28193DCD2}" srcOrd="0" destOrd="0" presId="urn:microsoft.com/office/officeart/2018/2/layout/IconVerticalSolidList"/>
    <dgm:cxn modelId="{B07FA13D-D00E-4513-A2BF-AD73660235E9}" type="presOf" srcId="{090C34AE-EA10-4F2C-9238-332DD89A3A96}" destId="{F0C27B43-7B16-44F7-8D4D-57F07E79A6E3}" srcOrd="0" destOrd="0" presId="urn:microsoft.com/office/officeart/2018/2/layout/IconVerticalSolidList"/>
    <dgm:cxn modelId="{73718F67-6D77-4AC2-B1B7-85DA249C4BA6}" srcId="{138AF35A-E699-46C9-BB9A-D1D38AFC5CAD}" destId="{77AEE977-604B-4B55-B9AD-4F370D967B32}" srcOrd="1" destOrd="0" parTransId="{543BEB20-80C8-4A93-8177-FD8BF0FD93FF}" sibTransId="{34A6CD28-EE5E-4A8A-B8D5-D5B84962CE77}"/>
    <dgm:cxn modelId="{A7013E79-B151-41C1-BED9-25438D393474}" type="presOf" srcId="{77AEE977-604B-4B55-B9AD-4F370D967B32}" destId="{ECBE3B1C-59F1-40B4-87CE-C8C20C0A49FE}" srcOrd="0" destOrd="0" presId="urn:microsoft.com/office/officeart/2018/2/layout/IconVerticalSolidList"/>
    <dgm:cxn modelId="{D96FAF59-B83D-47CE-8BA9-0FB30336CCD1}" srcId="{138AF35A-E699-46C9-BB9A-D1D38AFC5CAD}" destId="{95B65334-781B-4A26-A76B-D6B61DAFDDCB}" srcOrd="0" destOrd="0" parTransId="{484B60C2-3721-4BB5-BEC2-D4B46BCC32AC}" sibTransId="{E1C915D3-2D12-4BDE-9317-8ECFF9DC850D}"/>
    <dgm:cxn modelId="{835EA3A1-43C2-45BC-A71E-D363EAE9C80A}" srcId="{138AF35A-E699-46C9-BB9A-D1D38AFC5CAD}" destId="{23FA8C72-427A-433B-BC87-2DF77824DCE0}" srcOrd="2" destOrd="0" parTransId="{237A35B7-822D-4706-9E96-2D988EFC83B2}" sibTransId="{C021DF86-53C3-4ABD-B351-031B1F66E68C}"/>
    <dgm:cxn modelId="{4B6273B2-C2EA-46CF-A8DC-EBE97AAC64DE}" srcId="{138AF35A-E699-46C9-BB9A-D1D38AFC5CAD}" destId="{090C34AE-EA10-4F2C-9238-332DD89A3A96}" srcOrd="3" destOrd="0" parTransId="{2BB14933-EE23-4F91-8B39-36565E581E7A}" sibTransId="{427697B8-E859-4018-BD15-AFEB98C82167}"/>
    <dgm:cxn modelId="{965A66F9-FB72-4902-BA2C-B88B2CFEF9A0}" type="presOf" srcId="{23FA8C72-427A-433B-BC87-2DF77824DCE0}" destId="{05ED4BD0-0BCA-4E51-BEF1-3815550513B4}" srcOrd="0" destOrd="0" presId="urn:microsoft.com/office/officeart/2018/2/layout/IconVerticalSolidList"/>
    <dgm:cxn modelId="{9061F7F3-7ADB-4021-8AA9-C8BD2C9362AE}" type="presParOf" srcId="{5A84930B-2F0F-4470-B92D-44E28193DCD2}" destId="{D77C47E3-7E0E-4311-A279-F56EC6F93DE9}" srcOrd="0" destOrd="0" presId="urn:microsoft.com/office/officeart/2018/2/layout/IconVerticalSolidList"/>
    <dgm:cxn modelId="{8E3215E1-78A5-480A-BDEB-0919AC061191}" type="presParOf" srcId="{D77C47E3-7E0E-4311-A279-F56EC6F93DE9}" destId="{51D73788-82AC-4E09-926D-BB1F852B7C6B}" srcOrd="0" destOrd="0" presId="urn:microsoft.com/office/officeart/2018/2/layout/IconVerticalSolidList"/>
    <dgm:cxn modelId="{927AAF8B-FDCD-4F73-8273-87082BA77BA6}" type="presParOf" srcId="{D77C47E3-7E0E-4311-A279-F56EC6F93DE9}" destId="{2A83F9A8-22EB-4835-91FF-44BA1A2D7896}" srcOrd="1" destOrd="0" presId="urn:microsoft.com/office/officeart/2018/2/layout/IconVerticalSolidList"/>
    <dgm:cxn modelId="{10D80E8C-2CCE-4227-8D15-422E767403E3}" type="presParOf" srcId="{D77C47E3-7E0E-4311-A279-F56EC6F93DE9}" destId="{355A0535-6411-4C33-BB85-8D4CDA58A104}" srcOrd="2" destOrd="0" presId="urn:microsoft.com/office/officeart/2018/2/layout/IconVerticalSolidList"/>
    <dgm:cxn modelId="{AFB992EF-EEDE-47B5-9935-A89505CF0F2C}" type="presParOf" srcId="{D77C47E3-7E0E-4311-A279-F56EC6F93DE9}" destId="{71DC3022-9872-4BD9-935B-10553A2F2E5C}" srcOrd="3" destOrd="0" presId="urn:microsoft.com/office/officeart/2018/2/layout/IconVerticalSolidList"/>
    <dgm:cxn modelId="{84C0E8FE-FDF6-4636-8858-8FFB9A8C17E9}" type="presParOf" srcId="{5A84930B-2F0F-4470-B92D-44E28193DCD2}" destId="{75CDA32D-D974-443F-BC70-0C80304E0341}" srcOrd="1" destOrd="0" presId="urn:microsoft.com/office/officeart/2018/2/layout/IconVerticalSolidList"/>
    <dgm:cxn modelId="{A7C504FB-3B5B-4962-B4E7-C738CC2E8C14}" type="presParOf" srcId="{5A84930B-2F0F-4470-B92D-44E28193DCD2}" destId="{86849A00-9C28-4E60-A6EF-4916D4400FF1}" srcOrd="2" destOrd="0" presId="urn:microsoft.com/office/officeart/2018/2/layout/IconVerticalSolidList"/>
    <dgm:cxn modelId="{E5B82A82-62ED-4A4B-94B1-F03607647EA2}" type="presParOf" srcId="{86849A00-9C28-4E60-A6EF-4916D4400FF1}" destId="{7B694234-F323-476D-8DA0-3229A37C19BB}" srcOrd="0" destOrd="0" presId="urn:microsoft.com/office/officeart/2018/2/layout/IconVerticalSolidList"/>
    <dgm:cxn modelId="{7D86A497-FD4A-4907-9477-742FDAC1E6C7}" type="presParOf" srcId="{86849A00-9C28-4E60-A6EF-4916D4400FF1}" destId="{84BCDF1B-A371-4868-A9B8-3003928E1D40}" srcOrd="1" destOrd="0" presId="urn:microsoft.com/office/officeart/2018/2/layout/IconVerticalSolidList"/>
    <dgm:cxn modelId="{9D000BC4-4D9F-4CDC-8A0E-1CCF96E66064}" type="presParOf" srcId="{86849A00-9C28-4E60-A6EF-4916D4400FF1}" destId="{42B88DF8-EB4B-4DCB-BE3B-BA7742FEE654}" srcOrd="2" destOrd="0" presId="urn:microsoft.com/office/officeart/2018/2/layout/IconVerticalSolidList"/>
    <dgm:cxn modelId="{C8DDD029-C792-4D3F-8438-CBBDB7900808}" type="presParOf" srcId="{86849A00-9C28-4E60-A6EF-4916D4400FF1}" destId="{ECBE3B1C-59F1-40B4-87CE-C8C20C0A49FE}" srcOrd="3" destOrd="0" presId="urn:microsoft.com/office/officeart/2018/2/layout/IconVerticalSolidList"/>
    <dgm:cxn modelId="{5CA9B293-4DA1-4C4C-902A-97E746924FE5}" type="presParOf" srcId="{5A84930B-2F0F-4470-B92D-44E28193DCD2}" destId="{D87ABEA2-766F-4B0E-AD65-79344879769A}" srcOrd="3" destOrd="0" presId="urn:microsoft.com/office/officeart/2018/2/layout/IconVerticalSolidList"/>
    <dgm:cxn modelId="{A632953F-88FE-4170-827D-2B582AF2E4DB}" type="presParOf" srcId="{5A84930B-2F0F-4470-B92D-44E28193DCD2}" destId="{9DF989F9-CBC1-4719-8157-B6E88DF43CC7}" srcOrd="4" destOrd="0" presId="urn:microsoft.com/office/officeart/2018/2/layout/IconVerticalSolidList"/>
    <dgm:cxn modelId="{CCB900D2-7B45-48BF-900F-541181FAD987}" type="presParOf" srcId="{9DF989F9-CBC1-4719-8157-B6E88DF43CC7}" destId="{8AC22A1F-0E29-4C99-AAAE-36E1D58EA6D3}" srcOrd="0" destOrd="0" presId="urn:microsoft.com/office/officeart/2018/2/layout/IconVerticalSolidList"/>
    <dgm:cxn modelId="{650DFA5F-CCDD-4B9F-8965-050A4A4A27AF}" type="presParOf" srcId="{9DF989F9-CBC1-4719-8157-B6E88DF43CC7}" destId="{FE388560-12B9-4723-948A-4C2EFCE44E97}" srcOrd="1" destOrd="0" presId="urn:microsoft.com/office/officeart/2018/2/layout/IconVerticalSolidList"/>
    <dgm:cxn modelId="{8190027A-C696-45AB-A4AE-0DA0A986C2C6}" type="presParOf" srcId="{9DF989F9-CBC1-4719-8157-B6E88DF43CC7}" destId="{D6EBE251-4C72-4ED5-BEB2-E66471BDD083}" srcOrd="2" destOrd="0" presId="urn:microsoft.com/office/officeart/2018/2/layout/IconVerticalSolidList"/>
    <dgm:cxn modelId="{9D791BC8-230F-47D2-89D4-4CFFB13C6364}" type="presParOf" srcId="{9DF989F9-CBC1-4719-8157-B6E88DF43CC7}" destId="{05ED4BD0-0BCA-4E51-BEF1-3815550513B4}" srcOrd="3" destOrd="0" presId="urn:microsoft.com/office/officeart/2018/2/layout/IconVerticalSolidList"/>
    <dgm:cxn modelId="{A7581D75-7BB3-4F54-A55C-7567A702C87A}" type="presParOf" srcId="{5A84930B-2F0F-4470-B92D-44E28193DCD2}" destId="{DBEC8828-F7AB-4D14-B72F-302CE08E340B}" srcOrd="5" destOrd="0" presId="urn:microsoft.com/office/officeart/2018/2/layout/IconVerticalSolidList"/>
    <dgm:cxn modelId="{B19FFCF8-D308-4837-B14A-667BD7D8FF35}" type="presParOf" srcId="{5A84930B-2F0F-4470-B92D-44E28193DCD2}" destId="{3E26F777-B528-4B00-ACBC-4E63B69776CF}" srcOrd="6" destOrd="0" presId="urn:microsoft.com/office/officeart/2018/2/layout/IconVerticalSolidList"/>
    <dgm:cxn modelId="{EBDAE526-F825-436A-B327-A65E1AB2F5CB}" type="presParOf" srcId="{3E26F777-B528-4B00-ACBC-4E63B69776CF}" destId="{3CCC7069-F831-46E2-B520-B7E7BC633610}" srcOrd="0" destOrd="0" presId="urn:microsoft.com/office/officeart/2018/2/layout/IconVerticalSolidList"/>
    <dgm:cxn modelId="{778ABA9F-7B1A-4908-99B4-15D9C15137E3}" type="presParOf" srcId="{3E26F777-B528-4B00-ACBC-4E63B69776CF}" destId="{39353A58-27A6-497D-A4CB-20C8DF6DF126}" srcOrd="1" destOrd="0" presId="urn:microsoft.com/office/officeart/2018/2/layout/IconVerticalSolidList"/>
    <dgm:cxn modelId="{D4B96C63-4ABF-4F95-89DD-989D66EB130D}" type="presParOf" srcId="{3E26F777-B528-4B00-ACBC-4E63B69776CF}" destId="{83020937-4643-4FB9-A20C-BBAB1EA9283E}" srcOrd="2" destOrd="0" presId="urn:microsoft.com/office/officeart/2018/2/layout/IconVerticalSolidList"/>
    <dgm:cxn modelId="{540E01BB-912B-4DDC-B099-FA7E61FD5862}" type="presParOf" srcId="{3E26F777-B528-4B00-ACBC-4E63B69776CF}" destId="{F0C27B43-7B16-44F7-8D4D-57F07E79A6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78030-8F38-4360-85ED-02B23F6DF171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EFFA1-5338-4403-BB84-BCE057210E15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60A1F-B7DC-4517-BF18-6E76ACEB1486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SAST: Bandit, SonarQube</a:t>
          </a:r>
        </a:p>
      </dsp:txBody>
      <dsp:txXfrm>
        <a:off x="1059754" y="4307"/>
        <a:ext cx="3713413" cy="917536"/>
      </dsp:txXfrm>
    </dsp:sp>
    <dsp:sp modelId="{14CD1782-5366-48C8-8BAE-5E06B3489FE1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5038C-966B-470D-BB98-C509286EA6C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D1E35-4F95-4DB6-AD79-A8A59DFB6EF5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DAST: OWASP ZAP, </a:t>
          </a:r>
          <a:r>
            <a:rPr lang="en-US" sz="1900" kern="1200" dirty="0" err="1"/>
            <a:t>Nikto</a:t>
          </a:r>
          <a:endParaRPr lang="en-US" sz="1900" kern="1200" dirty="0"/>
        </a:p>
      </dsp:txBody>
      <dsp:txXfrm>
        <a:off x="1059754" y="1151227"/>
        <a:ext cx="3713413" cy="917536"/>
      </dsp:txXfrm>
    </dsp:sp>
    <dsp:sp modelId="{688CE87D-E935-45C3-A6E8-C5504CB3DC0B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61B75-AB3E-41AD-8E0E-9B3AF80C9EDA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15978-A177-492B-8098-28C59DD0DF5C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Dependency Scanning: pip-audit</a:t>
          </a:r>
        </a:p>
      </dsp:txBody>
      <dsp:txXfrm>
        <a:off x="1059754" y="2298147"/>
        <a:ext cx="3713413" cy="917536"/>
      </dsp:txXfrm>
    </dsp:sp>
    <dsp:sp modelId="{C7B128EE-3A4B-4D6D-9C57-7A31AD282FDB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F8584-2C44-4ECB-8F4D-448D371370EB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BCD69-3104-436C-AFAA-A228F991DA56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Monitoring: ELK Stack</a:t>
          </a:r>
        </a:p>
      </dsp:txBody>
      <dsp:txXfrm>
        <a:off x="1059754" y="3445068"/>
        <a:ext cx="3713413" cy="917536"/>
      </dsp:txXfrm>
    </dsp:sp>
    <dsp:sp modelId="{706E9197-3182-48B8-A507-C4C1677BB0B0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38E3A-31A4-4613-922E-CFD50A0E7BCD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D4D26-D274-4521-89BE-FDFAE5CB5FA9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CI/CD: GitHub Actions</a:t>
          </a:r>
        </a:p>
      </dsp:txBody>
      <dsp:txXfrm>
        <a:off x="1059754" y="4591988"/>
        <a:ext cx="3713413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9E621-CD3C-4072-BCD4-77978BD3855C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41339-E89B-4E7A-9133-6D3CC53AA90C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3F904-CBB3-4E5B-82BB-E0C0A37CDCDD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Kinley – Documentation &amp; Compliance</a:t>
          </a:r>
        </a:p>
      </dsp:txBody>
      <dsp:txXfrm>
        <a:off x="1059754" y="4307"/>
        <a:ext cx="3713413" cy="917536"/>
      </dsp:txXfrm>
    </dsp:sp>
    <dsp:sp modelId="{BB7E6EC5-E795-4F88-BAD3-B10C599287B6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B44E0-ED67-42B9-9AAF-45D543FA832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603A7-2BD9-4D84-9F31-2F71BB628003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Karma – Core heuristics &amp; dependency checks</a:t>
          </a:r>
        </a:p>
      </dsp:txBody>
      <dsp:txXfrm>
        <a:off x="1059754" y="1151227"/>
        <a:ext cx="3713413" cy="917536"/>
      </dsp:txXfrm>
    </dsp:sp>
    <dsp:sp modelId="{2BF8DA0E-0164-40C2-A8CC-A528FCD58356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8B7FA-B384-4032-8E50-79CA58555B94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9A968-B744-44A2-852C-5538135981A0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Tashi – DAST &amp; performance testing</a:t>
          </a:r>
        </a:p>
      </dsp:txBody>
      <dsp:txXfrm>
        <a:off x="1059754" y="2298147"/>
        <a:ext cx="3713413" cy="917536"/>
      </dsp:txXfrm>
    </dsp:sp>
    <dsp:sp modelId="{7F72808D-AF52-4BBB-8058-284E83520C75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6773A1-7651-4429-853E-1D2B1ACCF1D9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E6758-0B0F-4356-8BEE-B7E7B879E691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Namkha</a:t>
          </a:r>
          <a:r>
            <a:rPr lang="en-US" sz="1900" kern="1200" dirty="0"/>
            <a:t> – GUI &amp; UX</a:t>
          </a:r>
        </a:p>
      </dsp:txBody>
      <dsp:txXfrm>
        <a:off x="1059754" y="3445068"/>
        <a:ext cx="3713413" cy="917536"/>
      </dsp:txXfrm>
    </dsp:sp>
    <dsp:sp modelId="{91F9115A-216C-4F3B-9227-07870E9CBC37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6B0CA-8843-4F9C-8988-D8E5D74B0372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4CF07-E70C-44F4-9FC2-92DBAB3E23EA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Sujan – CI/CD &amp; Monitoring</a:t>
          </a:r>
        </a:p>
      </dsp:txBody>
      <dsp:txXfrm>
        <a:off x="1059754" y="4591988"/>
        <a:ext cx="3713413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D73788-82AC-4E09-926D-BB1F852B7C6B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3F9A8-22EB-4835-91FF-44BA1A2D789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C3022-9872-4BD9-935B-10553A2F2E5C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False Positives – Adjusted keyword rules.</a:t>
          </a:r>
        </a:p>
      </dsp:txBody>
      <dsp:txXfrm>
        <a:off x="1339618" y="2288"/>
        <a:ext cx="3433549" cy="1159843"/>
      </dsp:txXfrm>
    </dsp:sp>
    <dsp:sp modelId="{7B694234-F323-476D-8DA0-3229A37C19BB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CDF1B-A371-4868-A9B8-3003928E1D4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E3B1C-59F1-40B4-87CE-C8C20C0A49FE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Dependency Issues – Weekly updates and smoke tests.</a:t>
          </a:r>
        </a:p>
      </dsp:txBody>
      <dsp:txXfrm>
        <a:off x="1339618" y="1452092"/>
        <a:ext cx="3433549" cy="1159843"/>
      </dsp:txXfrm>
    </dsp:sp>
    <dsp:sp modelId="{8AC22A1F-0E29-4C99-AAAE-36E1D58EA6D3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88560-12B9-4723-948A-4C2EFCE44E9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D4BD0-0BCA-4E51-BEF1-3815550513B4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Slow DAST – Separated baseline and full scans.</a:t>
          </a:r>
        </a:p>
      </dsp:txBody>
      <dsp:txXfrm>
        <a:off x="1339618" y="2901896"/>
        <a:ext cx="3433549" cy="1159843"/>
      </dsp:txXfrm>
    </dsp:sp>
    <dsp:sp modelId="{3CCC7069-F831-46E2-B520-B7E7BC633610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53A58-27A6-497D-A4CB-20C8DF6DF126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27B43-7B16-44F7-8D4D-57F07E79A6E3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Secrets Logging – Middleware redaction.</a:t>
          </a:r>
        </a:p>
      </dsp:txBody>
      <dsp:txXfrm>
        <a:off x="1339618" y="4351700"/>
        <a:ext cx="3433549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7C1D4-FB6C-4B19-A2F4-5E5242ACC3A7}" type="datetimeFigureOut">
              <a:rPr lang="en-AU" smtClean="0"/>
              <a:t>8/10/2025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12A3E-B39F-4673-BBCD-BF05D8676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441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2A3E-B39F-4673-BBCD-BF05D867629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48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“This slide gives a quick overview of what our project is about.</a:t>
            </a:r>
            <a:br>
              <a:rPr lang="en-US" dirty="0"/>
            </a:br>
            <a:r>
              <a:rPr lang="en-US" dirty="0"/>
              <a:t>Phishing is still one of the biggest causes of cyber attacks and data breaches worldwide.</a:t>
            </a:r>
            <a:br>
              <a:rPr lang="en-US" dirty="0"/>
            </a:br>
            <a:r>
              <a:rPr lang="en-US" dirty="0"/>
              <a:t>So, in this project, our team created a phishing email detector — a tool that can analyze emails and decide whether they are safe or suspicious.</a:t>
            </a:r>
            <a:br>
              <a:rPr lang="en-US" dirty="0"/>
            </a:br>
            <a:r>
              <a:rPr lang="en-US" dirty="0"/>
              <a:t>We built it with a graphical interface, meaning users can easily upload or paste emails to check.</a:t>
            </a:r>
            <a:br>
              <a:rPr lang="en-US" dirty="0"/>
            </a:br>
            <a:r>
              <a:rPr lang="en-US" dirty="0"/>
              <a:t>We also followed </a:t>
            </a:r>
            <a:r>
              <a:rPr lang="en-US" dirty="0" err="1"/>
              <a:t>DevSecOps</a:t>
            </a:r>
            <a:r>
              <a:rPr lang="en-US" dirty="0"/>
              <a:t> practices, which means we included security checks and automation throughout the development process to make the system more reliable and secure.”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explains the background of our project.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Phishing attacks work by tricking people into trusting fake emails that look like they come from real companies, like banks or delivery services.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Attackers use these fake messages to steal information such as passwords or account details.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Our project focuses on finding ways to detect these fake emails using heuristic-based analysis — which means we use certain patterns or rules, like suspicious words or unusual links, to identify phishing attempts.”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explains why cybersecurity is important in every stage of software development.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If we only think about security at the end, it can be very expensive and difficult to fix problems.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That’s why we follow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DevSecOps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— it makes sure security is included right from the start.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It helps us run automated security tests, check for threats early, and write safer code.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This approach saves time, reduces risks, and makes the final software more secure.”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shows how we used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DevSecOps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in our project.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used continuous integration, which means every time we updated the code, the system automatically tested and scanned it for security issues.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added automated tools that checked for vulnerabilities before allowing new code to go live — these are called quality gates.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also followed the NIST SP 800-61 framework, which helped us plan how to detect, respond to, and recover from any security incidents in an organized way.”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lists the main goals of our project.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First, we wanted to build a phishing detector with a simple GUI where users can paste or upload emails for analysis.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Second, we added RBAC — which means role-based access control — and 2FA, or two-factor authentication, to make login more secure.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Third, we automated different security testing tools like SAST and DAST so the system checks code automatically.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Fourth, we tested our detector using a synthetic dataset with both phishing and legitimate emails.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Finally, we documented everything in a detailed report and this presentation.”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explains how we used the STRIDE model to identify possible threats in our system.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STRIDE stands for six types of security threats — Spoofing, Tampering, Repudiation, Information Disclosure, Denial of Service, and Elevation of Privilege.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For example, spoofing could happen if someone pretends to be an admin, and denial of service could occur if someone sends too many requests to crash the system.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To reduce these risks, we added controls like two-factor authentication, role-based access control, activity logging, and request limits to protect the system.”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shows the main tools and methods we used to secure and develop our project.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For static analysis, we used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Bandit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and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SonarQube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— these tools check the code for security issues before running it.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For dynamic testing, we used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OWASP ZAP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and 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ui-sans-serif"/>
              </a:rPr>
              <a:t>Nikto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which test the running application for vulnerabilities.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also used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pip-audit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to check our libraries for known security problems, and the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ELK Stack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to monitor logs and system activity.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All of this was managed through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GitHub Actions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which automatically ran these tools in our CI/CD pipeline every time we made updates.”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shows how our team divided the work for the project.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Each member had a specific responsibility to make sure all parts of the project were covered.</a:t>
            </a:r>
            <a:br>
              <a:rPr lang="en-US" dirty="0"/>
            </a:b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Kinley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focused on documentation and compliance — making sure our report and policies followed standards.</a:t>
            </a:r>
            <a:br>
              <a:rPr lang="en-US" dirty="0"/>
            </a:b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I, Karma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worked on the main phishing detection logic and fixing dependency issues.</a:t>
            </a:r>
            <a:br>
              <a:rPr lang="en-US" dirty="0"/>
            </a:b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Tashi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handled dynamic testing, like OWASP ZAP scans, and performance testing.</a:t>
            </a:r>
            <a:br>
              <a:rPr lang="en-US" dirty="0"/>
            </a:br>
            <a:r>
              <a:rPr lang="en-US" b="1" i="0" dirty="0" err="1">
                <a:solidFill>
                  <a:srgbClr val="0D0D0D"/>
                </a:solidFill>
                <a:effectLst/>
                <a:latin typeface="ui-sans-serif"/>
              </a:rPr>
              <a:t>Namkha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designed the GUI and focused on making it user-friendly.</a:t>
            </a:r>
            <a:br>
              <a:rPr lang="en-US" dirty="0"/>
            </a:b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Sujan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worked on the CI/CD pipeline and the monitoring setup using the ELK dashboard.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This teamwork helped us apply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DevSecOps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principles effectively.”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2A3E-B39F-4673-BBCD-BF05D867629A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6840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explains some of the main challenges we faced and how we solved them.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One problem was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false positives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where safe emails were sometimes flagged as phishing — we fixed this by adjusting the keyword rules.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Another issue was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dependency conflicts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when updating libraries — we handled this by doing weekly updates and quick smoke tests.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DAST scans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also took too long during builds, so we changed to run smaller scans for each update and full scans overnight.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also improved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secrets management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by adding middleware that hides tokens or passwords from the logs.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These fixes made the system more stable, faster, and safer.”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explains how we handled monitoring and incident response in our project.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followed the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NIST SP 800-61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framework, which includes steps like preparation, detection, containment, recovery, and post-incident review.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Our system collects logs in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JSON format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and sends them through 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ui-sans-serif"/>
              </a:rPr>
              <a:t>Filebeat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and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Logstash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to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Elasticsearch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where they can be viewed in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Kibana dashboards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This setup helps us detect any suspicious activity, like repeated failed logins or phishing submissions.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If an incident happens, we can quickly investigate, block harmful actions, and restore normal operations.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This process ensures our system stays secure and any problems are handled effectively.”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talks about what we plan to improve in the future.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First, we want to add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machine learning and NLP models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to make phishing detection more accurate and intelligent.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Next, we plan to include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URL intelligence checks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such as WHOIS data, domain age, and SPF or DKIM verification, to better identify fake websites.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also want to build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browser and email extensions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so users can check messages directly in Gmail or Chrome.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Finally, we aim to make the system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enterprise-ready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by using containers, adding SIEM integration, and connecting it with automated response systems.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These upgrades will make our tool faster, smarter, and suitable for real-world use.”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“This slide wraps up our project.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successfully built a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phishing email detector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that works using heuristic rules and follows 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ui-sans-serif"/>
              </a:rPr>
              <a:t>DevSecOps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 principles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 tool includes strong security features like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RBAC, 2FA, and secret management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and it automates security checks through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CI/CD pipelines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also used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monitoring dashboards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and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incident response planning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to handle threats in real time.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Overall, the project showed how adding security at every stage of development makes the system more reliable, safe, and professional.</a:t>
            </a:r>
            <a:b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It also gave us valuable hands-on experience with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DevSecOps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tools and real-world cybersecurity practices.”</a:t>
            </a:r>
          </a:p>
          <a:p>
            <a:pPr>
              <a:buNone/>
            </a:pPr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audience all research references are academic.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33730"/>
            <a:ext cx="4688333" cy="279527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700" b="1" dirty="0"/>
              <a:t>Phishing Email Detector Using </a:t>
            </a:r>
            <a:r>
              <a:rPr lang="en-US" sz="4700" b="1" dirty="0" err="1"/>
              <a:t>DevSecOps</a:t>
            </a:r>
            <a:r>
              <a:rPr lang="en-US" sz="4700" b="1" dirty="0"/>
              <a:t>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194" y="4393265"/>
            <a:ext cx="4688333" cy="2414016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ICT932 – Cybersecurity Project Implementation</a:t>
            </a:r>
          </a:p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Crown Institute of Higher Education, Canberra</a:t>
            </a:r>
          </a:p>
          <a:p>
            <a:pPr algn="l">
              <a:lnSpc>
                <a:spcPct val="90000"/>
              </a:lnSpc>
            </a:pPr>
            <a:endParaRPr lang="en-AU" sz="1600" b="1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Team Members:</a:t>
            </a:r>
          </a:p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Kinley Choden (CIHE240377)</a:t>
            </a:r>
          </a:p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Karma Choden (CIHE240402)</a:t>
            </a:r>
          </a:p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Tashi Phuntsho (CIHE240355)</a:t>
            </a:r>
          </a:p>
          <a:p>
            <a:pPr algn="l">
              <a:lnSpc>
                <a:spcPct val="90000"/>
              </a:lnSpc>
            </a:pPr>
            <a:r>
              <a:rPr lang="en-AU" sz="1600" b="1" dirty="0" err="1">
                <a:solidFill>
                  <a:schemeClr val="tx1"/>
                </a:solidFill>
              </a:rPr>
              <a:t>Namkha</a:t>
            </a:r>
            <a:r>
              <a:rPr lang="en-AU" sz="1600" b="1" dirty="0">
                <a:solidFill>
                  <a:schemeClr val="tx1"/>
                </a:solidFill>
              </a:rPr>
              <a:t> Gyeltshen (CIHE240180)</a:t>
            </a:r>
          </a:p>
          <a:p>
            <a:pPr algn="l">
              <a:lnSpc>
                <a:spcPct val="90000"/>
              </a:lnSpc>
            </a:pPr>
            <a:r>
              <a:rPr lang="en-AU" sz="1600" b="1" dirty="0">
                <a:solidFill>
                  <a:schemeClr val="tx1"/>
                </a:solidFill>
              </a:rPr>
              <a:t>Sujan Mongar (CIHE240181)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8FF6296D-2B72-916A-AF95-6B9F2B0E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43" r="38859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451" y="435173"/>
            <a:ext cx="5778754" cy="1783080"/>
          </a:xfrm>
        </p:spPr>
        <p:txBody>
          <a:bodyPr anchor="b">
            <a:normAutofit/>
          </a:bodyPr>
          <a:lstStyle/>
          <a:p>
            <a:r>
              <a:rPr lang="en-AU" sz="4700" b="1" dirty="0"/>
              <a:t>Executive Summary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5263EE93-E5D4-39F6-29BE-CE2040951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18" r="2803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2000" dirty="0"/>
              <a:t>Phishing remains one of the top causes of breaches globally. Our project designed a GUI-based phishing email analyzer using heuristic detection, integrated security controls, and </a:t>
            </a:r>
            <a:r>
              <a:rPr lang="en-US" sz="2000" dirty="0" err="1"/>
              <a:t>DevSecOps</a:t>
            </a:r>
            <a:r>
              <a:rPr lang="en-US" sz="2000" dirty="0"/>
              <a:t> practices to ensure reliability and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AU" sz="3850" b="1" dirty="0"/>
              <a:t>Background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Autofit/>
          </a:bodyPr>
          <a:lstStyle/>
          <a:p>
            <a:r>
              <a:rPr lang="en-US" sz="3000" dirty="0"/>
              <a:t>Phishing manipulates human trust via fake emails imitating legitimate organizations. The project explores countermeasures and detection using heuristic-based analysis.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Graphic 17" descr="Programmer">
            <a:extLst>
              <a:ext uri="{FF2B5EF4-FFF2-40B4-BE49-F238E27FC236}">
                <a16:creationId xmlns:a16="http://schemas.microsoft.com/office/drawing/2014/main" id="{B7F3E28D-020B-94E8-12C3-8B73C46F1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3300" b="1" dirty="0"/>
              <a:t>Importance of Cybersecurity in Software Development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2800" dirty="0"/>
              <a:t>Security must be embedded early in the SDLC to avoid costly post-release fixes. </a:t>
            </a:r>
            <a:r>
              <a:rPr lang="en-US" sz="2800" dirty="0" err="1"/>
              <a:t>DevSecOps</a:t>
            </a:r>
            <a:r>
              <a:rPr lang="en-US" sz="2800" dirty="0"/>
              <a:t> helps integrate automated testing, threat modeling, and secure coding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AU" sz="4300"/>
              <a:t>DevSecOps Relevance to Project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2500" dirty="0"/>
              <a:t>Implemented continuous integration (CI), automated security scans, and enforced quality gates. Adopted NIST SP 800-61 for incident response alignment.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700"/>
              <a:t>Project Objectives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4479798" cy="3547872"/>
          </a:xfrm>
        </p:spPr>
        <p:txBody>
          <a:bodyPr anchor="t">
            <a:noAutofit/>
          </a:bodyPr>
          <a:lstStyle/>
          <a:p>
            <a:pPr marL="457200" indent="-457200">
              <a:buAutoNum type="arabicPeriod"/>
            </a:pPr>
            <a:r>
              <a:rPr lang="en-US" sz="2200" dirty="0"/>
              <a:t>Build GUI phishing detector</a:t>
            </a:r>
          </a:p>
          <a:p>
            <a:pPr marL="457200" indent="-457200">
              <a:buAutoNum type="arabicPeriod"/>
            </a:pPr>
            <a:r>
              <a:rPr lang="en-US" sz="2200" dirty="0"/>
              <a:t>Integrate RBAC and 2FA.</a:t>
            </a:r>
          </a:p>
          <a:p>
            <a:pPr marL="457200" indent="-457200">
              <a:buAutoNum type="arabicPeriod"/>
            </a:pPr>
            <a:r>
              <a:rPr lang="en-US" sz="2200" dirty="0"/>
              <a:t>Automate SAST, DAST, and dependency scanning.</a:t>
            </a:r>
          </a:p>
          <a:p>
            <a:pPr marL="457200" indent="-457200">
              <a:buAutoNum type="arabicPeriod"/>
            </a:pPr>
            <a:r>
              <a:rPr lang="en-US" sz="2200" dirty="0"/>
              <a:t>Test with synthetic dataset.</a:t>
            </a:r>
          </a:p>
          <a:p>
            <a:pPr marL="457200" indent="-457200">
              <a:buAutoNum type="arabicPeriod"/>
            </a:pPr>
            <a:r>
              <a:rPr lang="en-US" sz="2200" dirty="0"/>
              <a:t>Document via report and presentation.</a:t>
            </a:r>
          </a:p>
        </p:txBody>
      </p:sp>
      <p:pic>
        <p:nvPicPr>
          <p:cNvPr id="16" name="Graphic 15" descr="Programmer">
            <a:extLst>
              <a:ext uri="{FF2B5EF4-FFF2-40B4-BE49-F238E27FC236}">
                <a16:creationId xmlns:a16="http://schemas.microsoft.com/office/drawing/2014/main" id="{913C8528-9962-D732-226A-4177F7280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4286" y="1381887"/>
            <a:ext cx="4094226" cy="40942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AU" sz="4700" dirty="0"/>
              <a:t>Threat Modelling (STRIDE)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Used STRIDE to identify Spoofing, Tampering, Repudiation, Information Disclosure, DoS, and Elevation of Privilege. Implemented controls like 2FA, RBAC, logging, and request throttling.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AU" sz="3500"/>
              <a:t>Tooling and Methodology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6AB5207-33D8-F2A9-B852-3AC760B33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51135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AU" sz="3000"/>
              <a:t>Roles and Responsibilities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56C56B3-A3C4-1BEE-465F-075F53EED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7601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5724F-2ED0-B5CE-4AA6-7FB43484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2500630"/>
            <a:ext cx="3614166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700" kern="1200">
                <a:latin typeface="+mj-lt"/>
                <a:ea typeface="+mj-ea"/>
                <a:cs typeface="+mj-cs"/>
              </a:rPr>
              <a:t>Project Management 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14640-A0E4-25F3-4196-A0E47C4BB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519" y="640080"/>
            <a:ext cx="358376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4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700"/>
              <a:t>System Architecture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modular system includes a GUI for input, analyzer for keyword and URL detection, RBAC-based authentication, and ELK-based monitoring dashboard.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A44138-D6A2-C980-58B0-07AFAF345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368" y="283795"/>
            <a:ext cx="4802631" cy="6162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en-AU" sz="4300"/>
              <a:t>Application Interface (GUI)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GUI allows users to paste email content or upload files. It classifies messages as legitimate or phishing using heuristic rules.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46BDC0-ADA3-A7FA-9B37-EA37FDFA9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0" y="301483"/>
            <a:ext cx="4838700" cy="64180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700"/>
              <a:t>CI/CD Pipeline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Pipeline included build, test, SAST, dependency scan, DAST, and deploy stages. Security gates prevent insecure code from merging.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F35482-0B00-F7A9-40D6-365C795CE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550" y="273050"/>
            <a:ext cx="5251450" cy="64866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700"/>
              <a:t>Testing and Validation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082798" cy="3547872"/>
          </a:xfrm>
        </p:spPr>
        <p:txBody>
          <a:bodyPr anchor="t">
            <a:normAutofit/>
          </a:bodyPr>
          <a:lstStyle/>
          <a:p>
            <a:r>
              <a:rPr lang="en-US" sz="2400" dirty="0"/>
              <a:t>Dataset: 200 emails (100 phishing, 100 benign). Validated precision (0.86), recall (0.83), and F1 (0.845).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B2B363-6FD9-7899-638D-2481FE60B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00" y="293451"/>
            <a:ext cx="5213350" cy="62710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AU" sz="3850"/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583" y="2227943"/>
            <a:ext cx="5437498" cy="3788227"/>
          </a:xfrm>
        </p:spPr>
        <p:txBody>
          <a:bodyPr anchor="ctr">
            <a:normAutofit/>
          </a:bodyPr>
          <a:lstStyle/>
          <a:p>
            <a:r>
              <a:rPr lang="en-US" sz="3300" dirty="0"/>
              <a:t>Heuristic detection achieved solid baseline accuracy. </a:t>
            </a:r>
            <a:r>
              <a:rPr lang="en-US" sz="3300" dirty="0" err="1"/>
              <a:t>DevSecOps</a:t>
            </a:r>
            <a:r>
              <a:rPr lang="en-US" sz="3300" dirty="0"/>
              <a:t> reduced risk by embedding automated controls and monitoring.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Bar chart">
            <a:extLst>
              <a:ext uri="{FF2B5EF4-FFF2-40B4-BE49-F238E27FC236}">
                <a16:creationId xmlns:a16="http://schemas.microsoft.com/office/drawing/2014/main" id="{0077AF2A-EC30-E626-7D0C-64D92A20D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AU" sz="3500"/>
              <a:t>Challenges and Solutions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49607F5-9CA1-3F2B-7232-93DCDAE43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50846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AU" sz="4300"/>
              <a:t>Incident Response and Monitoring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3300" dirty="0"/>
              <a:t>Adopted NIST SP 800-61 IRP with phases: preparation, detection, containment, recovery, and post-incident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AU" sz="385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594007" cy="3788227"/>
          </a:xfrm>
        </p:spPr>
        <p:txBody>
          <a:bodyPr anchor="ctr">
            <a:noAutofit/>
          </a:bodyPr>
          <a:lstStyle/>
          <a:p>
            <a:r>
              <a:rPr lang="en-US" sz="3300" dirty="0"/>
              <a:t>Integrate NLP/ML models</a:t>
            </a:r>
          </a:p>
          <a:p>
            <a:r>
              <a:rPr lang="en-US" sz="3300" dirty="0"/>
              <a:t>Add URL intelligence checks</a:t>
            </a:r>
          </a:p>
          <a:p>
            <a:r>
              <a:rPr lang="en-US" sz="3300" dirty="0"/>
              <a:t>Create Chrome/Outlook extensions</a:t>
            </a:r>
          </a:p>
          <a:p>
            <a:r>
              <a:rPr lang="en-US" sz="3300" dirty="0"/>
              <a:t>Deploy in enterprise with SIEM integration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Web Design">
            <a:extLst>
              <a:ext uri="{FF2B5EF4-FFF2-40B4-BE49-F238E27FC236}">
                <a16:creationId xmlns:a16="http://schemas.microsoft.com/office/drawing/2014/main" id="{6BE3B29F-5693-816A-5E4B-29969B2D7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3660" y="649480"/>
            <a:ext cx="4265990" cy="5546047"/>
          </a:xfrm>
        </p:spPr>
        <p:txBody>
          <a:bodyPr anchor="ctr">
            <a:normAutofit/>
          </a:bodyPr>
          <a:lstStyle/>
          <a:p>
            <a:r>
              <a:rPr lang="en-US" sz="3300" dirty="0"/>
              <a:t>The prototype achieved high accuracy with secure design practices. </a:t>
            </a:r>
            <a:r>
              <a:rPr lang="en-US" sz="3300" dirty="0" err="1"/>
              <a:t>DevSecOps</a:t>
            </a:r>
            <a:r>
              <a:rPr lang="en-US" sz="3300" dirty="0"/>
              <a:t> integration ensured a secure and maintainable lifecycle.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Key Sources:</a:t>
            </a:r>
          </a:p>
          <a:p>
            <a:r>
              <a:rPr dirty="0" err="1"/>
              <a:t>Aleroud</a:t>
            </a:r>
            <a:r>
              <a:rPr dirty="0"/>
              <a:t> &amp; Zhou (2017)</a:t>
            </a:r>
          </a:p>
          <a:p>
            <a:r>
              <a:rPr dirty="0"/>
              <a:t>Akbar et al. (2022)</a:t>
            </a:r>
          </a:p>
          <a:p>
            <a:r>
              <a:rPr dirty="0"/>
              <a:t>Goenka et al. (2024)</a:t>
            </a:r>
          </a:p>
          <a:p>
            <a:r>
              <a:rPr dirty="0"/>
              <a:t>Saeed et al. (2025)</a:t>
            </a:r>
          </a:p>
          <a:p>
            <a:r>
              <a:rPr dirty="0"/>
              <a:t>Sinan et al. (2025)</a:t>
            </a:r>
          </a:p>
          <a:p>
            <a:r>
              <a:rPr dirty="0"/>
              <a:t>Rajapakse et al. (2022)</a:t>
            </a:r>
          </a:p>
          <a:p>
            <a:r>
              <a:rPr dirty="0"/>
              <a:t>NIST SP 800-61 Rev.2 (2018)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1923</Words>
  <Application>Microsoft Office PowerPoint</Application>
  <PresentationFormat>On-screen Show (4:3)</PresentationFormat>
  <Paragraphs>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ui-sans-serif</vt:lpstr>
      <vt:lpstr>Office Theme</vt:lpstr>
      <vt:lpstr>Phishing Email Detector Using DevSecOps Principles</vt:lpstr>
      <vt:lpstr>Executive Summary</vt:lpstr>
      <vt:lpstr>Background and Context</vt:lpstr>
      <vt:lpstr>Importance of Cybersecurity in Software Development</vt:lpstr>
      <vt:lpstr>DevSecOps Relevance to Project</vt:lpstr>
      <vt:lpstr>Project Objectives</vt:lpstr>
      <vt:lpstr>Threat Modelling (STRIDE)</vt:lpstr>
      <vt:lpstr>Tooling and Methodology</vt:lpstr>
      <vt:lpstr>Roles and Responsibilities</vt:lpstr>
      <vt:lpstr>Project Management </vt:lpstr>
      <vt:lpstr>System Architecture</vt:lpstr>
      <vt:lpstr>Application Interface (GUI)</vt:lpstr>
      <vt:lpstr>CI/CD Pipeline</vt:lpstr>
      <vt:lpstr>Testing and Validation</vt:lpstr>
      <vt:lpstr>Results and Discussion</vt:lpstr>
      <vt:lpstr>Challenges and Solutions</vt:lpstr>
      <vt:lpstr>Incident Response and Monitoring</vt:lpstr>
      <vt:lpstr>Future Work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Karma *</dc:creator>
  <cp:keywords/>
  <dc:description>generated using python-pptx</dc:description>
  <cp:lastModifiedBy>Sujan MONGER</cp:lastModifiedBy>
  <cp:revision>3</cp:revision>
  <dcterms:created xsi:type="dcterms:W3CDTF">2013-01-27T09:14:16Z</dcterms:created>
  <dcterms:modified xsi:type="dcterms:W3CDTF">2025-10-08T08:53:54Z</dcterms:modified>
  <cp:category/>
</cp:coreProperties>
</file>